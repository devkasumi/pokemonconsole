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A39E9-C1EE-F5DF-DB8F-7D080D345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7381A-29EC-070A-6703-3E49FD1C5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EDFE7-F3FF-79F4-6207-8D20B3C7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1760-83A2-48D0-5107-8DC80817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7739D-FC41-29BA-434C-BED9BA3A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D890-95AB-0B78-B884-FB2EABBA6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6D8A7-0B4B-3116-62C0-2512C5ED2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3242A-E325-37B8-2775-EBE613C1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F7C6F-8095-8F41-575A-6FA0EF45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5DFE7-FC35-E431-A4EB-7A11A3619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49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B0B0-52C9-DDE7-CFA9-A8AF72571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11C48-0A6F-4EF3-1B96-F1A9E01D6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59165-8726-A716-C885-4A11A10F3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D70D6-F661-B12B-94A0-04682F484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7317-55D7-3AF8-3700-AC6D04B2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36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CAB8-7894-4EF9-9B27-7B33D19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BA1CD-9F4C-FAA7-A072-854F6D951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8AA34-5CCE-C32F-BBC4-7E32E5256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234BC-0635-56EC-020B-F8B0083D6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D038F-96EC-902B-18C5-ADD4C0A7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B36C0-2D29-8B8E-ABFC-E5B3E0C5B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3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8719-9FDB-C4E3-DBD5-373F116A4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CA881-8563-BD8A-6B4C-4F4FAC9DF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A45D-9F00-41B7-B2F5-95D8716D3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BBAC26-A3BD-09EF-B89B-112DAD4EDC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5C3DB9-A47D-AB78-A568-297C5BCA2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88CCA0-20EA-46B5-B250-2FE7BC977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394B9-636F-B036-DF49-7D95F4388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0084A-1D5F-617D-B8D4-5DB382B90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1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AF20-DE9E-7F6F-047E-06279C62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F18B5-7D62-E27F-60DC-F82C07AF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2FC55-8939-AC73-E4E3-FE5BD669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51A71-95CF-8213-5F03-382B5B0C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5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EB7A80-163C-C748-40CE-4FF885D3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76A5ED-2190-CD77-8731-B41D0A81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66339-2204-0313-DE74-99D3443A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4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6427-1911-19CD-D341-A2F521C0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A196D-35C6-4AE6-05AA-988B283D9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D175C-55F2-7C6F-197F-F3410F897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5B051-A7C0-2824-C383-D7271AE7C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FF32D-A875-F236-20BC-222A9DFD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8A8F3-9ED7-C6A0-5D1E-3F2CBC13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7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CCA5-4692-6E89-9F0B-38629BB7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C7A02-6FAC-7AF1-782F-5A4230872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4CA34-22FC-702D-A792-C835B06C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CF2A5-FE79-0451-7B2A-CF4856192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6E9E4-E3F3-AC85-F707-643E0385D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21D04-D17E-1048-1885-412D3693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89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1CAE4-9CFD-B5C9-80C9-EED12CF6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EAEEC-CCD5-9AB0-2C65-B608ED374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C8881-54D0-5AF9-7498-06A78ACA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37595-FD3E-F73B-49D2-56A35C8B0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9911C-5120-49B8-848D-759A2BCD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8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E1E2C6-C995-35A7-88AE-26118B8E59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28536-FBAB-5E7C-C6B4-D38FC2F0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9DAEA-9008-5556-1794-2DBB29B6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8E230-2305-AC5D-6B2C-CA2FF7D7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2A730-3071-D8BA-62CB-2EDFF691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8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5B9BA1-D535-0638-0498-EC49C8E33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92A0C-14D1-B3D6-642C-2ACA0CB27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EC23D-0FD9-987F-7C32-FE54D9F6F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99B9F-2555-48CB-B146-D8A61C22BA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A8863-48AC-B049-AB8E-82E55E6AA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E6C71-B01C-CF35-E663-D829304A3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F6A51-F888-4329-AF9E-05BBA96D5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4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89DE7-495B-9156-BC61-A97F95D334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REPORT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Turn Based </a:t>
            </a:r>
            <a:r>
              <a:rPr lang="en-US" dirty="0" err="1"/>
              <a:t>Pokemon</a:t>
            </a:r>
            <a:r>
              <a:rPr lang="en-US" dirty="0"/>
              <a:t>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47A04-BF35-69B1-877C-7E9D966E1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03537"/>
          </a:xfrm>
        </p:spPr>
        <p:txBody>
          <a:bodyPr/>
          <a:lstStyle/>
          <a:p>
            <a:pPr algn="l"/>
            <a:r>
              <a:rPr lang="en-US" dirty="0"/>
              <a:t>Semester: Programming Fundamentals</a:t>
            </a:r>
          </a:p>
          <a:p>
            <a:pPr algn="l"/>
            <a:r>
              <a:rPr lang="en-US" dirty="0"/>
              <a:t>Class: </a:t>
            </a:r>
          </a:p>
          <a:p>
            <a:pPr algn="l"/>
            <a:r>
              <a:rPr lang="en-US" dirty="0"/>
              <a:t>Group: </a:t>
            </a:r>
          </a:p>
          <a:p>
            <a:pPr algn="l"/>
            <a:r>
              <a:rPr lang="en-US" dirty="0"/>
              <a:t>Instructor: Bui Dang Nha</a:t>
            </a:r>
          </a:p>
          <a:p>
            <a:pPr algn="l"/>
            <a:r>
              <a:rPr lang="en-US" dirty="0"/>
              <a:t>Team members: Bui Dang Nha</a:t>
            </a:r>
          </a:p>
        </p:txBody>
      </p:sp>
    </p:spTree>
    <p:extLst>
      <p:ext uri="{BB962C8B-B14F-4D97-AF65-F5344CB8AC3E}">
        <p14:creationId xmlns:p14="http://schemas.microsoft.com/office/powerpoint/2010/main" val="960447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5BA8-E00E-320A-8388-37B7658DD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Index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Turn Based </a:t>
            </a:r>
            <a:r>
              <a:rPr lang="en-US" sz="1600" dirty="0" err="1"/>
              <a:t>Pokemon</a:t>
            </a:r>
            <a:r>
              <a:rPr lang="en-US" sz="1600" dirty="0"/>
              <a:t>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BCBA8-F3D1-81A2-348C-B4A9BDE49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 indent="-400050">
              <a:buAutoNum type="romanUcPeriod"/>
            </a:pPr>
            <a:r>
              <a:rPr lang="en-US" sz="1600" dirty="0">
                <a:latin typeface="+mj-lt"/>
              </a:rPr>
              <a:t>Project Introduction</a:t>
            </a:r>
          </a:p>
          <a:p>
            <a:pPr marL="400050" indent="-400050">
              <a:buAutoNum type="romanUcPeriod"/>
            </a:pPr>
            <a:r>
              <a:rPr lang="en-US" sz="1600" dirty="0">
                <a:latin typeface="+mj-lt"/>
              </a:rPr>
              <a:t>Analyze System Requirements</a:t>
            </a:r>
          </a:p>
          <a:p>
            <a:pPr marL="857250" lvl="1" indent="-400050">
              <a:buAutoNum type="romanUcPeriod"/>
            </a:pPr>
            <a:r>
              <a:rPr lang="en-US" sz="1600" dirty="0">
                <a:latin typeface="+mj-lt"/>
              </a:rPr>
              <a:t>Use Case</a:t>
            </a:r>
          </a:p>
          <a:p>
            <a:pPr marL="914400" lvl="2" indent="0">
              <a:buNone/>
            </a:pPr>
            <a:r>
              <a:rPr lang="en-US" sz="1600" dirty="0">
                <a:latin typeface="+mj-lt"/>
              </a:rPr>
              <a:t>1.1 Use Case</a:t>
            </a:r>
          </a:p>
        </p:txBody>
      </p:sp>
    </p:spTree>
    <p:extLst>
      <p:ext uri="{BB962C8B-B14F-4D97-AF65-F5344CB8AC3E}">
        <p14:creationId xmlns:p14="http://schemas.microsoft.com/office/powerpoint/2010/main" val="605016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8F9A-A85C-EB38-F79E-6DD3576E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8F252-8ED7-3C48-A587-8DC1D8A7D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0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D0C4-4B43-E7BC-DC22-804D1EFA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E5220-3A84-F7CB-3C48-06D5D87B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19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064E-2F98-41B7-4572-73C940469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83B1A-3643-27C9-8998-735C2795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65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2029-D27D-4BD8-7744-157FD860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1CB11-8A06-9A70-5F5D-2033DC88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86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90C81-796E-BAAC-EABC-839B2E18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9307B-DCB7-3981-8E4E-3DB80BEC0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23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D6074-70E7-69BB-5FB5-DBF548F2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8024-0E43-A274-3661-1505B19C2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2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AA87-9872-AE2B-B62F-103F062BB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1E1D-4662-C20B-625C-03524443A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90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924A-8D9A-6EF9-ED61-5481911C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7A69A-942C-488F-348C-805AB739F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6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4898E-4DB7-8D93-8934-DEBCC5E5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B70C2-073F-2774-B537-DE0E8BDF7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9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F0B1-0804-B821-50C9-E1B76B330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6E855-8A47-2525-D02B-01989D466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04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5177-2BF8-C3B1-44A6-2B5CCFD5B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B30C1-CCA3-28D0-2BD5-5662C8F66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3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67B9-0499-199F-CCFD-FA0537C8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7F8C-C320-6EDD-55E2-83FF2DA87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77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FFE8-4E07-09AA-49E1-1686C3B0F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01DE8-3CA0-8A4C-CDE0-1C079636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52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F059-7903-9E46-9FDA-8BF8BD8D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4BC73-C0E8-66AA-BFC1-FC5AF968A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42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97623-517F-92B9-6D71-3FAEC75E6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CBA46-4590-8828-737D-6A7D541BA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BFFB-7A79-367C-76BE-A387847A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3476C-05F7-F0EA-A8DD-1BC73F86A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72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A9FD-7170-5D79-08F1-13196107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BE5ED-418E-A4DB-6EFA-FAB27E866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57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E9C0-F04D-086D-F9C6-9BB636945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2D6BA-ED2E-1B16-B139-4F334466E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48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B3E99-2E61-C08F-CA93-B7B466D6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725C6-E1F4-2DAA-AC77-40E851711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13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95D9-A504-7DFA-A216-574C756F4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A92A8-EE58-64E8-B8CA-14B41EE71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89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B490-DA61-2281-0E3E-D1C16A42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F9846-ED8E-A8CA-90DD-2441D944E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85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32E9-D8C1-130E-DFBC-9B1FF4278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E08B0-6F53-2E7D-9288-613653646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81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880D-378D-60B9-4536-749A2DE9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7F44A-B219-3FC7-AD16-20ADD4AC4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53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E19A6-C9E7-1F36-D45F-E5A7F316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BBFE7-9E3F-6A4D-835B-48200C2D4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81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DB004-0900-91D3-964A-BF7151D80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C4856-EE36-3B6E-7FF0-627A99A2F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99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19F2-BF4A-60B4-82FA-68EF5608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8996D-E204-F08F-7E84-BBACBEDDF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75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E978-7B2E-EA23-786B-BCE72F83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29653-BEE7-6E24-C7B2-4BBE02704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8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2ED2-CEFD-53DB-C8C8-BB6E210E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907FA-F94D-E647-15CF-DCA50CB82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00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86DBF-F5A7-202B-1080-CF5ADAA51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DB310-A894-7F2E-DD14-DE6B2E838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19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3AB4-0C0F-CE08-A4EC-25B172561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1CB99-3617-E9F6-B158-B3669A5A6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98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B1481-B215-2C35-1D41-D536DAAC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775F4-A860-52B9-8700-04AAF0347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2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D351-0420-0211-E188-823542443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903F5-11E3-98D6-E105-845F52426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17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C373-C2AA-2BE1-77DE-2B2483D0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BB8A0-6EC9-8432-8CF0-0A01A332E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78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4A60-D137-E299-9E40-1B48EC69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A91B9-F540-2CE9-0429-F797B34C6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060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EFF5-A548-3942-2724-F3EEEAAC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9F536-97D6-AF1D-FA28-93968A239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78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EAFE-0405-7F2E-C527-DF38C1C6D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3918C-E409-343A-F861-00A366826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6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6EBB-DBAA-C772-DCFF-6C183AD2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EF522-9A71-1FE9-96B0-585620D5A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500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5A3F-1132-6011-6770-313D06CC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A4689-C1EC-7745-3B19-501B40277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409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8ACF-1E22-DCE8-52F2-53E44BBB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2D90A-128E-5F39-F529-625F8DA04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63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2344</TotalTime>
  <Words>44</Words>
  <Application>Microsoft Office PowerPoint</Application>
  <PresentationFormat>Widescreen</PresentationFormat>
  <Paragraphs>11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Office Theme</vt:lpstr>
      <vt:lpstr>PROJECT REPORT  Turn Based Pokemon Game</vt:lpstr>
      <vt:lpstr>Index  Turn Based Pokemon Game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Nhã Bùi Đăng</dc:creator>
  <cp:lastModifiedBy>Nhã Bùi Đăng</cp:lastModifiedBy>
  <cp:revision>1</cp:revision>
  <dcterms:created xsi:type="dcterms:W3CDTF">2026-02-10T03:04:17Z</dcterms:created>
  <dcterms:modified xsi:type="dcterms:W3CDTF">2026-02-11T18:08:39Z</dcterms:modified>
</cp:coreProperties>
</file>