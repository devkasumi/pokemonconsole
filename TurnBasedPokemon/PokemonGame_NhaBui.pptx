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72" r:id="rId8"/>
    <p:sldId id="273" r:id="rId9"/>
    <p:sldId id="262" r:id="rId10"/>
    <p:sldId id="278" r:id="rId11"/>
    <p:sldId id="274" r:id="rId12"/>
    <p:sldId id="271" r:id="rId13"/>
    <p:sldId id="275" r:id="rId14"/>
    <p:sldId id="264" r:id="rId15"/>
    <p:sldId id="276" r:id="rId16"/>
    <p:sldId id="277" r:id="rId17"/>
    <p:sldId id="265" r:id="rId18"/>
    <p:sldId id="267" r:id="rId19"/>
    <p:sldId id="268" r:id="rId20"/>
    <p:sldId id="269" r:id="rId21"/>
    <p:sldId id="270" r:id="rId22"/>
  </p:sldIdLst>
  <p:sldSz cx="12192000" cy="6858000"/>
  <p:notesSz cx="6858000" cy="9144000"/>
  <p:embeddedFontLst>
    <p:embeddedFont>
      <p:font typeface="Helvetica Neue" panose="020B0604020202020204" charset="0"/>
      <p:regular r:id="rId24"/>
      <p:bold r:id="rId25"/>
      <p:italic r:id="rId26"/>
      <p:boldItalic r:id="rId27"/>
    </p:embeddedFont>
    <p:embeddedFont>
      <p:font typeface="Helvetica Neue Light" panose="020B060402020202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jQzsN6F5iOvpaxnahMAkKru8c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32"/>
    <p:restoredTop sz="94630"/>
  </p:normalViewPr>
  <p:slideViewPr>
    <p:cSldViewPr snapToGrid="0">
      <p:cViewPr varScale="1">
        <p:scale>
          <a:sx n="105" d="100"/>
          <a:sy n="105"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246854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2_Title Slide" type="title">
  <p:cSld name="TITLE">
    <p:bg>
      <p:bgPr>
        <a:gradFill>
          <a:gsLst>
            <a:gs pos="0">
              <a:srgbClr val="002060"/>
            </a:gs>
            <a:gs pos="85000">
              <a:srgbClr val="2F5496"/>
            </a:gs>
            <a:gs pos="91000">
              <a:srgbClr val="3864B2"/>
            </a:gs>
            <a:gs pos="97000">
              <a:srgbClr val="2C4E8C"/>
            </a:gs>
            <a:gs pos="100000">
              <a:srgbClr val="2C4E8C"/>
            </a:gs>
          </a:gsLst>
          <a:path path="circle">
            <a:fillToRect l="100000" t="100000"/>
          </a:path>
          <a:tileRect r="-100000" b="-100000"/>
        </a:gradFill>
        <a:effectLst/>
      </p:bgPr>
    </p:bg>
    <p:spTree>
      <p:nvGrpSpPr>
        <p:cNvPr id="1" name="Shape 17"/>
        <p:cNvGrpSpPr/>
        <p:nvPr/>
      </p:nvGrpSpPr>
      <p:grpSpPr>
        <a:xfrm>
          <a:off x="0" y="0"/>
          <a:ext cx="0" cy="0"/>
          <a:chOff x="0" y="0"/>
          <a:chExt cx="0" cy="0"/>
        </a:xfrm>
      </p:grpSpPr>
      <p:sp>
        <p:nvSpPr>
          <p:cNvPr id="18" name="Google Shape;18;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rgbClr val="002060"/>
              </a:buClr>
              <a:buSzPts val="2000"/>
              <a:buNone/>
              <a:defRPr sz="2000"/>
            </a:lvl2pPr>
            <a:lvl3pPr lvl="2" algn="ctr">
              <a:lnSpc>
                <a:spcPct val="90000"/>
              </a:lnSpc>
              <a:spcBef>
                <a:spcPts val="500"/>
              </a:spcBef>
              <a:spcAft>
                <a:spcPts val="0"/>
              </a:spcAft>
              <a:buClr>
                <a:srgbClr val="002060"/>
              </a:buClr>
              <a:buSzPts val="1800"/>
              <a:buNone/>
              <a:defRPr sz="1800"/>
            </a:lvl3pPr>
            <a:lvl4pPr lvl="3" algn="ctr">
              <a:lnSpc>
                <a:spcPct val="90000"/>
              </a:lnSpc>
              <a:spcBef>
                <a:spcPts val="500"/>
              </a:spcBef>
              <a:spcAft>
                <a:spcPts val="0"/>
              </a:spcAft>
              <a:buClr>
                <a:srgbClr val="002060"/>
              </a:buClr>
              <a:buSzPts val="1600"/>
              <a:buNone/>
              <a:defRPr sz="1600"/>
            </a:lvl4pPr>
            <a:lvl5pPr lvl="4" algn="ctr">
              <a:lnSpc>
                <a:spcPct val="90000"/>
              </a:lnSpc>
              <a:spcBef>
                <a:spcPts val="500"/>
              </a:spcBef>
              <a:spcAft>
                <a:spcPts val="0"/>
              </a:spcAft>
              <a:buClr>
                <a:srgbClr val="002060"/>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17"/>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17"/>
          <p:cNvPicPr preferRelativeResize="0">
            <a:picLocks noChangeAspect="1"/>
          </p:cNvPicPr>
          <p:nvPr userDrawn="1"/>
        </p:nvPicPr>
        <p:blipFill rotWithShape="1">
          <a:blip r:embed="rId2">
            <a:alphaModFix/>
          </a:blip>
          <a:srcRect/>
          <a:stretch/>
        </p:blipFill>
        <p:spPr>
          <a:xfrm>
            <a:off x="288218" y="278924"/>
            <a:ext cx="3780000" cy="693000"/>
          </a:xfrm>
          <a:prstGeom prst="rect">
            <a:avLst/>
          </a:prstGeom>
          <a:noFill/>
          <a:ln>
            <a:noFill/>
          </a:ln>
        </p:spPr>
      </p:pic>
      <p:pic>
        <p:nvPicPr>
          <p:cNvPr id="5" name="Picture 4">
            <a:extLst>
              <a:ext uri="{FF2B5EF4-FFF2-40B4-BE49-F238E27FC236}">
                <a16:creationId xmlns:a16="http://schemas.microsoft.com/office/drawing/2014/main" id="{B398EEBE-B348-1520-19D4-043D40129936}"/>
              </a:ext>
            </a:extLst>
          </p:cNvPr>
          <p:cNvPicPr>
            <a:picLocks noChangeAspect="1"/>
          </p:cNvPicPr>
          <p:nvPr userDrawn="1"/>
        </p:nvPicPr>
        <p:blipFill>
          <a:blip r:embed="rId3"/>
          <a:stretch>
            <a:fillRect/>
          </a:stretch>
        </p:blipFill>
        <p:spPr>
          <a:xfrm>
            <a:off x="7898262" y="274638"/>
            <a:ext cx="3975100" cy="596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8"/>
          <p:cNvSpPr txBox="1">
            <a:spLocks noGrp="1"/>
          </p:cNvSpPr>
          <p:nvPr>
            <p:ph type="title"/>
          </p:nvPr>
        </p:nvSpPr>
        <p:spPr>
          <a:xfrm>
            <a:off x="838200" y="263301"/>
            <a:ext cx="10515600" cy="6635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700"/>
              <a:buFont typeface="Helvetica Neue"/>
              <a:buNone/>
              <a:defRPr sz="3700" b="1">
                <a:solidFill>
                  <a:schemeClr val="lt1"/>
                </a:solidFill>
                <a:latin typeface="Helvetica Neue"/>
                <a:ea typeface="Helvetica Neue"/>
                <a:cs typeface="Helvetica Neue"/>
                <a:sym typeface="Helvetica Neue"/>
              </a:defRPr>
            </a:lvl1pPr>
            <a:lvl2pPr lvl="1">
              <a:spcBef>
                <a:spcPts val="0"/>
              </a:spcBef>
              <a:spcAft>
                <a:spcPts val="0"/>
              </a:spcAft>
              <a:buSzPts val="3700"/>
              <a:buFont typeface="Helvetica Neue"/>
              <a:buNone/>
              <a:defRPr sz="3700" b="1">
                <a:latin typeface="Helvetica Neue"/>
                <a:ea typeface="Helvetica Neue"/>
                <a:cs typeface="Helvetica Neue"/>
                <a:sym typeface="Helvetica Neue"/>
              </a:defRPr>
            </a:lvl2pPr>
            <a:lvl3pPr lvl="2">
              <a:spcBef>
                <a:spcPts val="0"/>
              </a:spcBef>
              <a:spcAft>
                <a:spcPts val="0"/>
              </a:spcAft>
              <a:buSzPts val="3700"/>
              <a:buFont typeface="Helvetica Neue"/>
              <a:buNone/>
              <a:defRPr sz="3700" b="1">
                <a:latin typeface="Helvetica Neue"/>
                <a:ea typeface="Helvetica Neue"/>
                <a:cs typeface="Helvetica Neue"/>
                <a:sym typeface="Helvetica Neue"/>
              </a:defRPr>
            </a:lvl3pPr>
            <a:lvl4pPr lvl="3">
              <a:spcBef>
                <a:spcPts val="0"/>
              </a:spcBef>
              <a:spcAft>
                <a:spcPts val="0"/>
              </a:spcAft>
              <a:buSzPts val="3700"/>
              <a:buFont typeface="Helvetica Neue"/>
              <a:buNone/>
              <a:defRPr sz="3700" b="1">
                <a:latin typeface="Helvetica Neue"/>
                <a:ea typeface="Helvetica Neue"/>
                <a:cs typeface="Helvetica Neue"/>
                <a:sym typeface="Helvetica Neue"/>
              </a:defRPr>
            </a:lvl4pPr>
            <a:lvl5pPr lvl="4">
              <a:spcBef>
                <a:spcPts val="0"/>
              </a:spcBef>
              <a:spcAft>
                <a:spcPts val="0"/>
              </a:spcAft>
              <a:buSzPts val="3700"/>
              <a:buFont typeface="Helvetica Neue"/>
              <a:buNone/>
              <a:defRPr sz="3700" b="1">
                <a:latin typeface="Helvetica Neue"/>
                <a:ea typeface="Helvetica Neue"/>
                <a:cs typeface="Helvetica Neue"/>
                <a:sym typeface="Helvetica Neue"/>
              </a:defRPr>
            </a:lvl5pPr>
            <a:lvl6pPr lvl="5">
              <a:spcBef>
                <a:spcPts val="0"/>
              </a:spcBef>
              <a:spcAft>
                <a:spcPts val="0"/>
              </a:spcAft>
              <a:buSzPts val="3700"/>
              <a:buFont typeface="Helvetica Neue"/>
              <a:buNone/>
              <a:defRPr sz="3700" b="1">
                <a:latin typeface="Helvetica Neue"/>
                <a:ea typeface="Helvetica Neue"/>
                <a:cs typeface="Helvetica Neue"/>
                <a:sym typeface="Helvetica Neue"/>
              </a:defRPr>
            </a:lvl6pPr>
            <a:lvl7pPr lvl="6">
              <a:spcBef>
                <a:spcPts val="0"/>
              </a:spcBef>
              <a:spcAft>
                <a:spcPts val="0"/>
              </a:spcAft>
              <a:buSzPts val="3700"/>
              <a:buFont typeface="Helvetica Neue"/>
              <a:buNone/>
              <a:defRPr sz="3700" b="1">
                <a:latin typeface="Helvetica Neue"/>
                <a:ea typeface="Helvetica Neue"/>
                <a:cs typeface="Helvetica Neue"/>
                <a:sym typeface="Helvetica Neue"/>
              </a:defRPr>
            </a:lvl7pPr>
            <a:lvl8pPr lvl="7">
              <a:spcBef>
                <a:spcPts val="0"/>
              </a:spcBef>
              <a:spcAft>
                <a:spcPts val="0"/>
              </a:spcAft>
              <a:buSzPts val="3700"/>
              <a:buFont typeface="Helvetica Neue"/>
              <a:buNone/>
              <a:defRPr sz="3700" b="1">
                <a:latin typeface="Helvetica Neue"/>
                <a:ea typeface="Helvetica Neue"/>
                <a:cs typeface="Helvetica Neue"/>
                <a:sym typeface="Helvetica Neue"/>
              </a:defRPr>
            </a:lvl8pPr>
            <a:lvl9pPr lvl="8">
              <a:spcBef>
                <a:spcPts val="0"/>
              </a:spcBef>
              <a:spcAft>
                <a:spcPts val="0"/>
              </a:spcAft>
              <a:buSzPts val="3700"/>
              <a:buFont typeface="Helvetica Neue"/>
              <a:buNone/>
              <a:defRPr sz="3700" b="1">
                <a:latin typeface="Helvetica Neue"/>
                <a:ea typeface="Helvetica Neue"/>
                <a:cs typeface="Helvetica Neue"/>
                <a:sym typeface="Helvetica Neue"/>
              </a:defRPr>
            </a:lvl9pPr>
          </a:lstStyle>
          <a:p>
            <a:endParaRPr/>
          </a:p>
        </p:txBody>
      </p:sp>
      <p:sp>
        <p:nvSpPr>
          <p:cNvPr id="24" name="Google Shape;24;p18"/>
          <p:cNvSpPr txBox="1">
            <a:spLocks noGrp="1"/>
          </p:cNvSpPr>
          <p:nvPr>
            <p:ph type="body" idx="1"/>
          </p:nvPr>
        </p:nvSpPr>
        <p:spPr>
          <a:xfrm>
            <a:off x="838200" y="1074057"/>
            <a:ext cx="10515600" cy="5128439"/>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Font typeface="Helvetica Neue"/>
              <a:buChar char="•"/>
              <a:defRPr>
                <a:solidFill>
                  <a:srgbClr val="002060"/>
                </a:solidFill>
                <a:latin typeface="Helvetica Neue"/>
                <a:ea typeface="Helvetica Neue"/>
                <a:cs typeface="Helvetica Neue"/>
                <a:sym typeface="Helvetica Neue"/>
              </a:defRPr>
            </a:lvl1pPr>
            <a:lvl2pPr marL="914400" lvl="1" indent="-381000" algn="l">
              <a:lnSpc>
                <a:spcPct val="90000"/>
              </a:lnSpc>
              <a:spcBef>
                <a:spcPts val="500"/>
              </a:spcBef>
              <a:spcAft>
                <a:spcPts val="0"/>
              </a:spcAft>
              <a:buClr>
                <a:srgbClr val="002060"/>
              </a:buClr>
              <a:buSzPts val="2400"/>
              <a:buFont typeface="Helvetica Neue"/>
              <a:buChar char="•"/>
              <a:defRPr>
                <a:solidFill>
                  <a:srgbClr val="002060"/>
                </a:solidFill>
                <a:latin typeface="Helvetica Neue"/>
                <a:ea typeface="Helvetica Neue"/>
                <a:cs typeface="Helvetica Neue"/>
                <a:sym typeface="Helvetica Neue"/>
              </a:defRPr>
            </a:lvl2pPr>
            <a:lvl3pPr marL="1371600" lvl="2" indent="-355600" algn="l">
              <a:lnSpc>
                <a:spcPct val="90000"/>
              </a:lnSpc>
              <a:spcBef>
                <a:spcPts val="500"/>
              </a:spcBef>
              <a:spcAft>
                <a:spcPts val="0"/>
              </a:spcAft>
              <a:buClr>
                <a:srgbClr val="002060"/>
              </a:buClr>
              <a:buSzPts val="2000"/>
              <a:buFont typeface="Helvetica Neue"/>
              <a:buChar char="•"/>
              <a:defRPr>
                <a:solidFill>
                  <a:srgbClr val="002060"/>
                </a:solidFill>
                <a:latin typeface="Helvetica Neue"/>
                <a:ea typeface="Helvetica Neue"/>
                <a:cs typeface="Helvetica Neue"/>
                <a:sym typeface="Helvetica Neue"/>
              </a:defRPr>
            </a:lvl3pPr>
            <a:lvl4pPr marL="1828800" lvl="3" indent="-342900" algn="l">
              <a:lnSpc>
                <a:spcPct val="90000"/>
              </a:lnSpc>
              <a:spcBef>
                <a:spcPts val="500"/>
              </a:spcBef>
              <a:spcAft>
                <a:spcPts val="0"/>
              </a:spcAft>
              <a:buClr>
                <a:srgbClr val="002060"/>
              </a:buClr>
              <a:buSzPts val="1800"/>
              <a:buFont typeface="Helvetica Neue"/>
              <a:buChar char="•"/>
              <a:defRPr>
                <a:solidFill>
                  <a:srgbClr val="002060"/>
                </a:solidFill>
                <a:latin typeface="Helvetica Neue"/>
                <a:ea typeface="Helvetica Neue"/>
                <a:cs typeface="Helvetica Neue"/>
                <a:sym typeface="Helvetica Neue"/>
              </a:defRPr>
            </a:lvl4pPr>
            <a:lvl5pPr marL="2286000" lvl="4" indent="-342900" algn="l">
              <a:lnSpc>
                <a:spcPct val="90000"/>
              </a:lnSpc>
              <a:spcBef>
                <a:spcPts val="500"/>
              </a:spcBef>
              <a:spcAft>
                <a:spcPts val="0"/>
              </a:spcAft>
              <a:buClr>
                <a:srgbClr val="002060"/>
              </a:buClr>
              <a:buSzPts val="1800"/>
              <a:buFont typeface="Helvetica Neue"/>
              <a:buChar char="•"/>
              <a:defRPr>
                <a:solidFill>
                  <a:srgbClr val="002060"/>
                </a:solidFill>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Font typeface="Helvetica Neue"/>
              <a:buChar char="•"/>
              <a:defRPr>
                <a:latin typeface="Helvetica Neue"/>
                <a:ea typeface="Helvetica Neue"/>
                <a:cs typeface="Helvetica Neue"/>
                <a:sym typeface="Helvetica Neue"/>
              </a:defRPr>
            </a:lvl6pPr>
            <a:lvl7pPr marL="3200400" lvl="6" indent="-342900" algn="l">
              <a:lnSpc>
                <a:spcPct val="90000"/>
              </a:lnSpc>
              <a:spcBef>
                <a:spcPts val="500"/>
              </a:spcBef>
              <a:spcAft>
                <a:spcPts val="0"/>
              </a:spcAft>
              <a:buClr>
                <a:schemeClr val="dk1"/>
              </a:buClr>
              <a:buSzPts val="1800"/>
              <a:buFont typeface="Helvetica Neue"/>
              <a:buChar char="•"/>
              <a:defRPr>
                <a:latin typeface="Helvetica Neue"/>
                <a:ea typeface="Helvetica Neue"/>
                <a:cs typeface="Helvetica Neue"/>
                <a:sym typeface="Helvetica Neue"/>
              </a:defRPr>
            </a:lvl7pPr>
            <a:lvl8pPr marL="3657600" lvl="7" indent="-342900" algn="l">
              <a:lnSpc>
                <a:spcPct val="90000"/>
              </a:lnSpc>
              <a:spcBef>
                <a:spcPts val="500"/>
              </a:spcBef>
              <a:spcAft>
                <a:spcPts val="0"/>
              </a:spcAft>
              <a:buClr>
                <a:schemeClr val="dk1"/>
              </a:buClr>
              <a:buSzPts val="1800"/>
              <a:buFont typeface="Helvetica Neue"/>
              <a:buChar char="•"/>
              <a:defRPr>
                <a:latin typeface="Helvetica Neue"/>
                <a:ea typeface="Helvetica Neue"/>
                <a:cs typeface="Helvetica Neue"/>
                <a:sym typeface="Helvetica Neue"/>
              </a:defRPr>
            </a:lvl8pPr>
            <a:lvl9pPr marL="4114800" lvl="8" indent="-342900" algn="l">
              <a:lnSpc>
                <a:spcPct val="90000"/>
              </a:lnSpc>
              <a:spcBef>
                <a:spcPts val="500"/>
              </a:spcBef>
              <a:spcAft>
                <a:spcPts val="0"/>
              </a:spcAft>
              <a:buClr>
                <a:schemeClr val="dk1"/>
              </a:buClr>
              <a:buSzPts val="1800"/>
              <a:buFont typeface="Helvetica Neue"/>
              <a:buChar char="•"/>
              <a:defRPr>
                <a:latin typeface="Helvetica Neue"/>
                <a:ea typeface="Helvetica Neue"/>
                <a:cs typeface="Helvetica Neue"/>
                <a:sym typeface="Helvetica Neue"/>
              </a:defRPr>
            </a:lvl9pPr>
          </a:lstStyle>
          <a:p>
            <a:endParaRPr/>
          </a:p>
        </p:txBody>
      </p:sp>
      <p:sp>
        <p:nvSpPr>
          <p:cNvPr id="25" name="Google Shape;25;p18"/>
          <p:cNvSpPr txBox="1">
            <a:spLocks noGrp="1"/>
          </p:cNvSpPr>
          <p:nvPr>
            <p:ph type="sldNum" idx="12"/>
          </p:nvPr>
        </p:nvSpPr>
        <p:spPr>
          <a:xfrm>
            <a:off x="10000340" y="6356350"/>
            <a:ext cx="135345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8"/>
          <p:cNvSpPr txBox="1"/>
          <p:nvPr/>
        </p:nvSpPr>
        <p:spPr>
          <a:xfrm>
            <a:off x="3102600" y="6488700"/>
            <a:ext cx="59868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i="1">
                <a:solidFill>
                  <a:srgbClr val="888888"/>
                </a:solidFill>
                <a:latin typeface="Helvetica Neue"/>
                <a:ea typeface="Helvetica Neue"/>
                <a:cs typeface="Helvetica Neue"/>
                <a:sym typeface="Helvetica Neue"/>
              </a:rPr>
              <a:t>Group Name - Project Name</a:t>
            </a:r>
            <a:endParaRPr sz="1200" i="1">
              <a:solidFill>
                <a:srgbClr val="888888"/>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6000"/>
              <a:buFont typeface="Calibri"/>
              <a:buNone/>
              <a:defRPr sz="6000">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9"/>
          <p:cNvSpPr txBox="1">
            <a:spLocks noGrp="1"/>
          </p:cNvSpPr>
          <p:nvPr>
            <p:ph type="dt" idx="10"/>
          </p:nvPr>
        </p:nvSpPr>
        <p:spPr>
          <a:xfrm>
            <a:off x="838200" y="6364028"/>
            <a:ext cx="13679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10014856" y="6356350"/>
            <a:ext cx="133894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278042"/>
            <a:ext cx="10515600" cy="63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092429"/>
            <a:ext cx="5181600" cy="5084534"/>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defRPr>
            </a:lvl1pPr>
            <a:lvl2pPr marL="914400" lvl="1" indent="-381000" algn="l">
              <a:lnSpc>
                <a:spcPct val="90000"/>
              </a:lnSpc>
              <a:spcBef>
                <a:spcPts val="500"/>
              </a:spcBef>
              <a:spcAft>
                <a:spcPts val="0"/>
              </a:spcAft>
              <a:buClr>
                <a:srgbClr val="002060"/>
              </a:buClr>
              <a:buSzPts val="2400"/>
              <a:buChar char="•"/>
              <a:defRPr>
                <a:solidFill>
                  <a:srgbClr val="002060"/>
                </a:solidFill>
              </a:defRPr>
            </a:lvl2pPr>
            <a:lvl3pPr marL="1371600" lvl="2" indent="-355600" algn="l">
              <a:lnSpc>
                <a:spcPct val="90000"/>
              </a:lnSpc>
              <a:spcBef>
                <a:spcPts val="500"/>
              </a:spcBef>
              <a:spcAft>
                <a:spcPts val="0"/>
              </a:spcAft>
              <a:buClr>
                <a:srgbClr val="002060"/>
              </a:buClr>
              <a:buSzPts val="2000"/>
              <a:buChar char="•"/>
              <a:defRPr>
                <a:solidFill>
                  <a:srgbClr val="002060"/>
                </a:solidFill>
              </a:defRPr>
            </a:lvl3pPr>
            <a:lvl4pPr marL="1828800" lvl="3" indent="-342900" algn="l">
              <a:lnSpc>
                <a:spcPct val="90000"/>
              </a:lnSpc>
              <a:spcBef>
                <a:spcPts val="500"/>
              </a:spcBef>
              <a:spcAft>
                <a:spcPts val="0"/>
              </a:spcAft>
              <a:buClr>
                <a:srgbClr val="002060"/>
              </a:buClr>
              <a:buSzPts val="1800"/>
              <a:buChar char="•"/>
              <a:defRPr>
                <a:solidFill>
                  <a:srgbClr val="002060"/>
                </a:solidFill>
              </a:defRPr>
            </a:lvl4pPr>
            <a:lvl5pPr marL="2286000" lvl="4" indent="-342900" algn="l">
              <a:lnSpc>
                <a:spcPct val="90000"/>
              </a:lnSpc>
              <a:spcBef>
                <a:spcPts val="500"/>
              </a:spcBef>
              <a:spcAft>
                <a:spcPts val="0"/>
              </a:spcAft>
              <a:buClr>
                <a:srgbClr val="002060"/>
              </a:buClr>
              <a:buSzPts val="1800"/>
              <a:buChar char="•"/>
              <a:defRPr>
                <a:solidFill>
                  <a:srgbClr val="00206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0"/>
          <p:cNvSpPr txBox="1">
            <a:spLocks noGrp="1"/>
          </p:cNvSpPr>
          <p:nvPr>
            <p:ph type="body" idx="2"/>
          </p:nvPr>
        </p:nvSpPr>
        <p:spPr>
          <a:xfrm>
            <a:off x="6172200" y="1092429"/>
            <a:ext cx="5181600" cy="5084534"/>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defRPr>
            </a:lvl1pPr>
            <a:lvl2pPr marL="914400" lvl="1" indent="-381000" algn="l">
              <a:lnSpc>
                <a:spcPct val="90000"/>
              </a:lnSpc>
              <a:spcBef>
                <a:spcPts val="500"/>
              </a:spcBef>
              <a:spcAft>
                <a:spcPts val="0"/>
              </a:spcAft>
              <a:buClr>
                <a:srgbClr val="002060"/>
              </a:buClr>
              <a:buSzPts val="2400"/>
              <a:buChar char="•"/>
              <a:defRPr>
                <a:solidFill>
                  <a:srgbClr val="002060"/>
                </a:solidFill>
              </a:defRPr>
            </a:lvl2pPr>
            <a:lvl3pPr marL="1371600" lvl="2" indent="-355600" algn="l">
              <a:lnSpc>
                <a:spcPct val="90000"/>
              </a:lnSpc>
              <a:spcBef>
                <a:spcPts val="500"/>
              </a:spcBef>
              <a:spcAft>
                <a:spcPts val="0"/>
              </a:spcAft>
              <a:buClr>
                <a:srgbClr val="002060"/>
              </a:buClr>
              <a:buSzPts val="2000"/>
              <a:buChar char="•"/>
              <a:defRPr>
                <a:solidFill>
                  <a:srgbClr val="002060"/>
                </a:solidFill>
              </a:defRPr>
            </a:lvl3pPr>
            <a:lvl4pPr marL="1828800" lvl="3" indent="-342900" algn="l">
              <a:lnSpc>
                <a:spcPct val="90000"/>
              </a:lnSpc>
              <a:spcBef>
                <a:spcPts val="500"/>
              </a:spcBef>
              <a:spcAft>
                <a:spcPts val="0"/>
              </a:spcAft>
              <a:buClr>
                <a:srgbClr val="002060"/>
              </a:buClr>
              <a:buSzPts val="1800"/>
              <a:buChar char="•"/>
              <a:defRPr>
                <a:solidFill>
                  <a:srgbClr val="002060"/>
                </a:solidFill>
              </a:defRPr>
            </a:lvl4pPr>
            <a:lvl5pPr marL="2286000" lvl="4" indent="-342900" algn="l">
              <a:lnSpc>
                <a:spcPct val="90000"/>
              </a:lnSpc>
              <a:spcBef>
                <a:spcPts val="500"/>
              </a:spcBef>
              <a:spcAft>
                <a:spcPts val="0"/>
              </a:spcAft>
              <a:buClr>
                <a:srgbClr val="002060"/>
              </a:buClr>
              <a:buSzPts val="1800"/>
              <a:buChar char="•"/>
              <a:defRPr>
                <a:solidFill>
                  <a:srgbClr val="00206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0"/>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839788" y="263527"/>
            <a:ext cx="10515600" cy="6635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836612" y="1197884"/>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2060"/>
              </a:buClr>
              <a:buSzPts val="2400"/>
              <a:buNone/>
              <a:defRPr sz="2400" b="1"/>
            </a:lvl1pPr>
            <a:lvl2pPr marL="914400" lvl="1" indent="-228600" algn="l">
              <a:lnSpc>
                <a:spcPct val="90000"/>
              </a:lnSpc>
              <a:spcBef>
                <a:spcPts val="500"/>
              </a:spcBef>
              <a:spcAft>
                <a:spcPts val="0"/>
              </a:spcAft>
              <a:buClr>
                <a:srgbClr val="002060"/>
              </a:buClr>
              <a:buSzPts val="2000"/>
              <a:buNone/>
              <a:defRPr sz="2000" b="1"/>
            </a:lvl2pPr>
            <a:lvl3pPr marL="1371600" lvl="2" indent="-228600" algn="l">
              <a:lnSpc>
                <a:spcPct val="90000"/>
              </a:lnSpc>
              <a:spcBef>
                <a:spcPts val="500"/>
              </a:spcBef>
              <a:spcAft>
                <a:spcPts val="0"/>
              </a:spcAft>
              <a:buClr>
                <a:srgbClr val="002060"/>
              </a:buClr>
              <a:buSzPts val="1800"/>
              <a:buNone/>
              <a:defRPr sz="1800" b="1"/>
            </a:lvl3pPr>
            <a:lvl4pPr marL="1828800" lvl="3" indent="-228600" algn="l">
              <a:lnSpc>
                <a:spcPct val="90000"/>
              </a:lnSpc>
              <a:spcBef>
                <a:spcPts val="500"/>
              </a:spcBef>
              <a:spcAft>
                <a:spcPts val="0"/>
              </a:spcAft>
              <a:buClr>
                <a:srgbClr val="002060"/>
              </a:buClr>
              <a:buSzPts val="1600"/>
              <a:buNone/>
              <a:defRPr sz="1600" b="1"/>
            </a:lvl4pPr>
            <a:lvl5pPr marL="2286000" lvl="4" indent="-228600" algn="l">
              <a:lnSpc>
                <a:spcPct val="90000"/>
              </a:lnSpc>
              <a:spcBef>
                <a:spcPts val="500"/>
              </a:spcBef>
              <a:spcAft>
                <a:spcPts val="0"/>
              </a:spcAft>
              <a:buClr>
                <a:srgbClr val="002060"/>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839788" y="2021796"/>
            <a:ext cx="5157787" cy="416786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2060"/>
              </a:buClr>
              <a:buSzPts val="1800"/>
              <a:buChar char="•"/>
              <a:defRPr/>
            </a:lvl1pPr>
            <a:lvl2pPr marL="914400" lvl="1" indent="-342900" algn="l">
              <a:lnSpc>
                <a:spcPct val="90000"/>
              </a:lnSpc>
              <a:spcBef>
                <a:spcPts val="500"/>
              </a:spcBef>
              <a:spcAft>
                <a:spcPts val="0"/>
              </a:spcAft>
              <a:buClr>
                <a:srgbClr val="002060"/>
              </a:buClr>
              <a:buSzPts val="1800"/>
              <a:buChar char="•"/>
              <a:defRPr/>
            </a:lvl2pPr>
            <a:lvl3pPr marL="1371600" lvl="2" indent="-342900" algn="l">
              <a:lnSpc>
                <a:spcPct val="90000"/>
              </a:lnSpc>
              <a:spcBef>
                <a:spcPts val="500"/>
              </a:spcBef>
              <a:spcAft>
                <a:spcPts val="0"/>
              </a:spcAft>
              <a:buClr>
                <a:srgbClr val="002060"/>
              </a:buClr>
              <a:buSzPts val="1800"/>
              <a:buChar char="•"/>
              <a:defRPr/>
            </a:lvl3pPr>
            <a:lvl4pPr marL="1828800" lvl="3" indent="-342900" algn="l">
              <a:lnSpc>
                <a:spcPct val="90000"/>
              </a:lnSpc>
              <a:spcBef>
                <a:spcPts val="500"/>
              </a:spcBef>
              <a:spcAft>
                <a:spcPts val="0"/>
              </a:spcAft>
              <a:buClr>
                <a:srgbClr val="002060"/>
              </a:buClr>
              <a:buSzPts val="1800"/>
              <a:buChar char="•"/>
              <a:defRPr/>
            </a:lvl4pPr>
            <a:lvl5pPr marL="2286000" lvl="4" indent="-342900" algn="l">
              <a:lnSpc>
                <a:spcPct val="90000"/>
              </a:lnSpc>
              <a:spcBef>
                <a:spcPts val="500"/>
              </a:spcBef>
              <a:spcAft>
                <a:spcPts val="0"/>
              </a:spcAft>
              <a:buClr>
                <a:srgbClr val="00206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1"/>
          <p:cNvSpPr txBox="1">
            <a:spLocks noGrp="1"/>
          </p:cNvSpPr>
          <p:nvPr>
            <p:ph type="body" idx="3"/>
          </p:nvPr>
        </p:nvSpPr>
        <p:spPr>
          <a:xfrm>
            <a:off x="6194427" y="1197884"/>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2060"/>
              </a:buClr>
              <a:buSzPts val="2400"/>
              <a:buNone/>
              <a:defRPr sz="2400" b="1"/>
            </a:lvl1pPr>
            <a:lvl2pPr marL="914400" lvl="1" indent="-228600" algn="l">
              <a:lnSpc>
                <a:spcPct val="90000"/>
              </a:lnSpc>
              <a:spcBef>
                <a:spcPts val="500"/>
              </a:spcBef>
              <a:spcAft>
                <a:spcPts val="0"/>
              </a:spcAft>
              <a:buClr>
                <a:srgbClr val="002060"/>
              </a:buClr>
              <a:buSzPts val="2000"/>
              <a:buNone/>
              <a:defRPr sz="2000" b="1"/>
            </a:lvl2pPr>
            <a:lvl3pPr marL="1371600" lvl="2" indent="-228600" algn="l">
              <a:lnSpc>
                <a:spcPct val="90000"/>
              </a:lnSpc>
              <a:spcBef>
                <a:spcPts val="500"/>
              </a:spcBef>
              <a:spcAft>
                <a:spcPts val="0"/>
              </a:spcAft>
              <a:buClr>
                <a:srgbClr val="002060"/>
              </a:buClr>
              <a:buSzPts val="1800"/>
              <a:buNone/>
              <a:defRPr sz="1800" b="1"/>
            </a:lvl3pPr>
            <a:lvl4pPr marL="1828800" lvl="3" indent="-228600" algn="l">
              <a:lnSpc>
                <a:spcPct val="90000"/>
              </a:lnSpc>
              <a:spcBef>
                <a:spcPts val="500"/>
              </a:spcBef>
              <a:spcAft>
                <a:spcPts val="0"/>
              </a:spcAft>
              <a:buClr>
                <a:srgbClr val="002060"/>
              </a:buClr>
              <a:buSzPts val="1600"/>
              <a:buNone/>
              <a:defRPr sz="1600" b="1"/>
            </a:lvl4pPr>
            <a:lvl5pPr marL="2286000" lvl="4" indent="-228600" algn="l">
              <a:lnSpc>
                <a:spcPct val="90000"/>
              </a:lnSpc>
              <a:spcBef>
                <a:spcPts val="500"/>
              </a:spcBef>
              <a:spcAft>
                <a:spcPts val="0"/>
              </a:spcAft>
              <a:buClr>
                <a:srgbClr val="002060"/>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6172200" y="2021796"/>
            <a:ext cx="5183188" cy="416786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2060"/>
              </a:buClr>
              <a:buSzPts val="1800"/>
              <a:buChar char="•"/>
              <a:defRPr/>
            </a:lvl1pPr>
            <a:lvl2pPr marL="914400" lvl="1" indent="-342900" algn="l">
              <a:lnSpc>
                <a:spcPct val="90000"/>
              </a:lnSpc>
              <a:spcBef>
                <a:spcPts val="500"/>
              </a:spcBef>
              <a:spcAft>
                <a:spcPts val="0"/>
              </a:spcAft>
              <a:buClr>
                <a:srgbClr val="002060"/>
              </a:buClr>
              <a:buSzPts val="1800"/>
              <a:buChar char="•"/>
              <a:defRPr/>
            </a:lvl2pPr>
            <a:lvl3pPr marL="1371600" lvl="2" indent="-342900" algn="l">
              <a:lnSpc>
                <a:spcPct val="90000"/>
              </a:lnSpc>
              <a:spcBef>
                <a:spcPts val="500"/>
              </a:spcBef>
              <a:spcAft>
                <a:spcPts val="0"/>
              </a:spcAft>
              <a:buClr>
                <a:srgbClr val="002060"/>
              </a:buClr>
              <a:buSzPts val="1800"/>
              <a:buChar char="•"/>
              <a:defRPr/>
            </a:lvl3pPr>
            <a:lvl4pPr marL="1828800" lvl="3" indent="-342900" algn="l">
              <a:lnSpc>
                <a:spcPct val="90000"/>
              </a:lnSpc>
              <a:spcBef>
                <a:spcPts val="500"/>
              </a:spcBef>
              <a:spcAft>
                <a:spcPts val="0"/>
              </a:spcAft>
              <a:buClr>
                <a:srgbClr val="002060"/>
              </a:buClr>
              <a:buSzPts val="1800"/>
              <a:buChar char="•"/>
              <a:defRPr/>
            </a:lvl4pPr>
            <a:lvl5pPr marL="2286000" lvl="4" indent="-342900" algn="l">
              <a:lnSpc>
                <a:spcPct val="90000"/>
              </a:lnSpc>
              <a:spcBef>
                <a:spcPts val="500"/>
              </a:spcBef>
              <a:spcAft>
                <a:spcPts val="0"/>
              </a:spcAft>
              <a:buClr>
                <a:srgbClr val="00206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1"/>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838200" y="254955"/>
            <a:ext cx="10515600" cy="6778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4943344" y="987425"/>
            <a:ext cx="6408867" cy="521017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02060"/>
              </a:buClr>
              <a:buSzPts val="3200"/>
              <a:buChar char="•"/>
              <a:defRPr sz="3200"/>
            </a:lvl1pPr>
            <a:lvl2pPr marL="914400" lvl="1" indent="-406400" algn="l">
              <a:lnSpc>
                <a:spcPct val="90000"/>
              </a:lnSpc>
              <a:spcBef>
                <a:spcPts val="500"/>
              </a:spcBef>
              <a:spcAft>
                <a:spcPts val="0"/>
              </a:spcAft>
              <a:buClr>
                <a:srgbClr val="002060"/>
              </a:buClr>
              <a:buSzPts val="2800"/>
              <a:buChar char="•"/>
              <a:defRPr sz="2800"/>
            </a:lvl2pPr>
            <a:lvl3pPr marL="1371600" lvl="2" indent="-381000" algn="l">
              <a:lnSpc>
                <a:spcPct val="90000"/>
              </a:lnSpc>
              <a:spcBef>
                <a:spcPts val="500"/>
              </a:spcBef>
              <a:spcAft>
                <a:spcPts val="0"/>
              </a:spcAft>
              <a:buClr>
                <a:srgbClr val="002060"/>
              </a:buClr>
              <a:buSzPts val="2400"/>
              <a:buChar char="•"/>
              <a:defRPr sz="2400"/>
            </a:lvl3pPr>
            <a:lvl4pPr marL="1828800" lvl="3" indent="-355600" algn="l">
              <a:lnSpc>
                <a:spcPct val="90000"/>
              </a:lnSpc>
              <a:spcBef>
                <a:spcPts val="500"/>
              </a:spcBef>
              <a:spcAft>
                <a:spcPts val="0"/>
              </a:spcAft>
              <a:buClr>
                <a:srgbClr val="002060"/>
              </a:buClr>
              <a:buSzPts val="2000"/>
              <a:buChar char="•"/>
              <a:defRPr sz="2000"/>
            </a:lvl4pPr>
            <a:lvl5pPr marL="2286000" lvl="4" indent="-355600" algn="l">
              <a:lnSpc>
                <a:spcPct val="90000"/>
              </a:lnSpc>
              <a:spcBef>
                <a:spcPts val="500"/>
              </a:spcBef>
              <a:spcAft>
                <a:spcPts val="0"/>
              </a:spcAft>
              <a:buClr>
                <a:srgbClr val="002060"/>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4140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1600"/>
              <a:buNone/>
              <a:defRPr sz="1600"/>
            </a:lvl1pPr>
            <a:lvl2pPr marL="914400" lvl="1" indent="-228600" algn="l">
              <a:lnSpc>
                <a:spcPct val="90000"/>
              </a:lnSpc>
              <a:spcBef>
                <a:spcPts val="500"/>
              </a:spcBef>
              <a:spcAft>
                <a:spcPts val="0"/>
              </a:spcAft>
              <a:buClr>
                <a:srgbClr val="002060"/>
              </a:buClr>
              <a:buSzPts val="1400"/>
              <a:buNone/>
              <a:defRPr sz="1400"/>
            </a:lvl2pPr>
            <a:lvl3pPr marL="1371600" lvl="2" indent="-228600" algn="l">
              <a:lnSpc>
                <a:spcPct val="90000"/>
              </a:lnSpc>
              <a:spcBef>
                <a:spcPts val="500"/>
              </a:spcBef>
              <a:spcAft>
                <a:spcPts val="0"/>
              </a:spcAft>
              <a:buClr>
                <a:srgbClr val="002060"/>
              </a:buClr>
              <a:buSzPts val="1200"/>
              <a:buNone/>
              <a:defRPr sz="1200"/>
            </a:lvl3pPr>
            <a:lvl4pPr marL="1828800" lvl="3" indent="-228600" algn="l">
              <a:lnSpc>
                <a:spcPct val="90000"/>
              </a:lnSpc>
              <a:spcBef>
                <a:spcPts val="500"/>
              </a:spcBef>
              <a:spcAft>
                <a:spcPts val="0"/>
              </a:spcAft>
              <a:buClr>
                <a:srgbClr val="002060"/>
              </a:buClr>
              <a:buSzPts val="1000"/>
              <a:buNone/>
              <a:defRPr sz="1000"/>
            </a:lvl4pPr>
            <a:lvl5pPr marL="2286000" lvl="4" indent="-228600" algn="l">
              <a:lnSpc>
                <a:spcPct val="90000"/>
              </a:lnSpc>
              <a:spcBef>
                <a:spcPts val="500"/>
              </a:spcBef>
              <a:spcAft>
                <a:spcPts val="0"/>
              </a:spcAft>
              <a:buClr>
                <a:srgbClr val="002060"/>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5203513"/>
          </a:xfrm>
          <a:prstGeom prst="rect">
            <a:avLst/>
          </a:prstGeom>
          <a:noFill/>
          <a:ln>
            <a:noFill/>
          </a:ln>
        </p:spPr>
      </p:sp>
      <p:sp>
        <p:nvSpPr>
          <p:cNvPr id="64" name="Google Shape;64;p24"/>
          <p:cNvSpPr txBox="1">
            <a:spLocks noGrp="1"/>
          </p:cNvSpPr>
          <p:nvPr>
            <p:ph type="body" idx="1"/>
          </p:nvPr>
        </p:nvSpPr>
        <p:spPr>
          <a:xfrm>
            <a:off x="839788" y="2057400"/>
            <a:ext cx="3932237" cy="41335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1600"/>
              <a:buNone/>
              <a:defRPr sz="1600"/>
            </a:lvl1pPr>
            <a:lvl2pPr marL="914400" lvl="1" indent="-228600" algn="l">
              <a:lnSpc>
                <a:spcPct val="90000"/>
              </a:lnSpc>
              <a:spcBef>
                <a:spcPts val="500"/>
              </a:spcBef>
              <a:spcAft>
                <a:spcPts val="0"/>
              </a:spcAft>
              <a:buClr>
                <a:srgbClr val="002060"/>
              </a:buClr>
              <a:buSzPts val="1400"/>
              <a:buNone/>
              <a:defRPr sz="1400"/>
            </a:lvl2pPr>
            <a:lvl3pPr marL="1371600" lvl="2" indent="-228600" algn="l">
              <a:lnSpc>
                <a:spcPct val="90000"/>
              </a:lnSpc>
              <a:spcBef>
                <a:spcPts val="500"/>
              </a:spcBef>
              <a:spcAft>
                <a:spcPts val="0"/>
              </a:spcAft>
              <a:buClr>
                <a:srgbClr val="002060"/>
              </a:buClr>
              <a:buSzPts val="1200"/>
              <a:buNone/>
              <a:defRPr sz="1200"/>
            </a:lvl3pPr>
            <a:lvl4pPr marL="1828800" lvl="3" indent="-228600" algn="l">
              <a:lnSpc>
                <a:spcPct val="90000"/>
              </a:lnSpc>
              <a:spcBef>
                <a:spcPts val="500"/>
              </a:spcBef>
              <a:spcAft>
                <a:spcPts val="0"/>
              </a:spcAft>
              <a:buClr>
                <a:srgbClr val="002060"/>
              </a:buClr>
              <a:buSzPts val="1000"/>
              <a:buNone/>
              <a:defRPr sz="1000"/>
            </a:lvl4pPr>
            <a:lvl5pPr marL="2286000" lvl="4" indent="-228600" algn="l">
              <a:lnSpc>
                <a:spcPct val="90000"/>
              </a:lnSpc>
              <a:spcBef>
                <a:spcPts val="500"/>
              </a:spcBef>
              <a:spcAft>
                <a:spcPts val="0"/>
              </a:spcAft>
              <a:buClr>
                <a:srgbClr val="002060"/>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254955"/>
            <a:ext cx="10515600" cy="6778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525141" y="-1631060"/>
            <a:ext cx="5141719"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2060"/>
              </a:buClr>
              <a:buSzPts val="1800"/>
              <a:buChar char="•"/>
              <a:defRPr/>
            </a:lvl1pPr>
            <a:lvl2pPr marL="914400" lvl="1" indent="-342900" algn="l">
              <a:lnSpc>
                <a:spcPct val="90000"/>
              </a:lnSpc>
              <a:spcBef>
                <a:spcPts val="500"/>
              </a:spcBef>
              <a:spcAft>
                <a:spcPts val="0"/>
              </a:spcAft>
              <a:buClr>
                <a:srgbClr val="002060"/>
              </a:buClr>
              <a:buSzPts val="1800"/>
              <a:buChar char="•"/>
              <a:defRPr/>
            </a:lvl2pPr>
            <a:lvl3pPr marL="1371600" lvl="2" indent="-342900" algn="l">
              <a:lnSpc>
                <a:spcPct val="90000"/>
              </a:lnSpc>
              <a:spcBef>
                <a:spcPts val="500"/>
              </a:spcBef>
              <a:spcAft>
                <a:spcPts val="0"/>
              </a:spcAft>
              <a:buClr>
                <a:srgbClr val="002060"/>
              </a:buClr>
              <a:buSzPts val="1800"/>
              <a:buChar char="•"/>
              <a:defRPr/>
            </a:lvl3pPr>
            <a:lvl4pPr marL="1828800" lvl="3" indent="-342900" algn="l">
              <a:lnSpc>
                <a:spcPct val="90000"/>
              </a:lnSpc>
              <a:spcBef>
                <a:spcPts val="500"/>
              </a:spcBef>
              <a:spcAft>
                <a:spcPts val="0"/>
              </a:spcAft>
              <a:buClr>
                <a:srgbClr val="002060"/>
              </a:buClr>
              <a:buSzPts val="1800"/>
              <a:buChar char="•"/>
              <a:defRPr/>
            </a:lvl4pPr>
            <a:lvl5pPr marL="2286000" lvl="4" indent="-342900" algn="l">
              <a:lnSpc>
                <a:spcPct val="90000"/>
              </a:lnSpc>
              <a:spcBef>
                <a:spcPts val="500"/>
              </a:spcBef>
              <a:spcAft>
                <a:spcPts val="0"/>
              </a:spcAft>
              <a:buClr>
                <a:srgbClr val="00206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ustom Layout">
  <p:cSld name="Custom Layou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a:off x="838200" y="254955"/>
            <a:ext cx="10515600" cy="6778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 name="Shape 79"/>
        <p:cNvGrpSpPr/>
        <p:nvPr/>
      </p:nvGrpSpPr>
      <p:grpSpPr>
        <a:xfrm>
          <a:off x="0" y="0"/>
          <a:ext cx="0" cy="0"/>
          <a:chOff x="0" y="0"/>
          <a:chExt cx="0" cy="0"/>
        </a:xfrm>
      </p:grpSpPr>
      <p:sp>
        <p:nvSpPr>
          <p:cNvPr id="80" name="Google Shape;80;p27"/>
          <p:cNvSpPr txBox="1">
            <a:spLocks noGrp="1"/>
          </p:cNvSpPr>
          <p:nvPr>
            <p:ph type="title"/>
          </p:nvPr>
        </p:nvSpPr>
        <p:spPr>
          <a:xfrm>
            <a:off x="838200" y="254955"/>
            <a:ext cx="10515600" cy="6778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7"/>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6"/>
          <p:cNvPicPr preferRelativeResize="0"/>
          <p:nvPr/>
        </p:nvPicPr>
        <p:blipFill rotWithShape="1">
          <a:blip r:embed="rId13">
            <a:alphaModFix/>
          </a:blip>
          <a:srcRect/>
          <a:stretch/>
        </p:blipFill>
        <p:spPr>
          <a:xfrm>
            <a:off x="-17315" y="345287"/>
            <a:ext cx="12192000" cy="475488"/>
          </a:xfrm>
          <a:prstGeom prst="rect">
            <a:avLst/>
          </a:prstGeom>
          <a:noFill/>
          <a:ln>
            <a:noFill/>
          </a:ln>
        </p:spPr>
      </p:pic>
      <p:sp>
        <p:nvSpPr>
          <p:cNvPr id="11" name="Google Shape;11;p16"/>
          <p:cNvSpPr txBox="1">
            <a:spLocks noGrp="1"/>
          </p:cNvSpPr>
          <p:nvPr>
            <p:ph type="title"/>
          </p:nvPr>
        </p:nvSpPr>
        <p:spPr>
          <a:xfrm>
            <a:off x="838200" y="254955"/>
            <a:ext cx="10515600" cy="6778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2800"/>
              <a:buFont typeface="Calibri"/>
              <a:buNone/>
              <a:defRPr sz="28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6"/>
          <p:cNvSpPr txBox="1">
            <a:spLocks noGrp="1"/>
          </p:cNvSpPr>
          <p:nvPr>
            <p:ph type="body" idx="1"/>
          </p:nvPr>
        </p:nvSpPr>
        <p:spPr>
          <a:xfrm>
            <a:off x="838200" y="1055881"/>
            <a:ext cx="10515600" cy="514171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rgbClr val="002060"/>
              </a:buClr>
              <a:buSzPts val="2400"/>
              <a:buFont typeface="Arial"/>
              <a:buChar char="•"/>
              <a:defRPr sz="2400" b="0" i="0" u="none" strike="noStrike" cap="none">
                <a:solidFill>
                  <a:srgbClr val="002060"/>
                </a:solidFill>
                <a:latin typeface="Calibri"/>
                <a:ea typeface="Calibri"/>
                <a:cs typeface="Calibri"/>
                <a:sym typeface="Calibri"/>
              </a:defRPr>
            </a:lvl2pPr>
            <a:lvl3pPr marL="1371600" marR="0" lvl="2" indent="-355600" algn="l" rtl="0">
              <a:lnSpc>
                <a:spcPct val="90000"/>
              </a:lnSpc>
              <a:spcBef>
                <a:spcPts val="500"/>
              </a:spcBef>
              <a:spcAft>
                <a:spcPts val="0"/>
              </a:spcAft>
              <a:buClr>
                <a:srgbClr val="002060"/>
              </a:buClr>
              <a:buSzPts val="2000"/>
              <a:buFont typeface="Arial"/>
              <a:buChar char="•"/>
              <a:defRPr sz="2000" b="0" i="0" u="none" strike="noStrike" cap="none">
                <a:solidFill>
                  <a:srgbClr val="00206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2060"/>
              </a:buClr>
              <a:buSzPts val="1800"/>
              <a:buFont typeface="Arial"/>
              <a:buChar char="•"/>
              <a:defRPr sz="1800" b="0" i="0" u="none" strike="noStrike" cap="none">
                <a:solidFill>
                  <a:srgbClr val="002060"/>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2060"/>
              </a:buClr>
              <a:buSzPts val="1800"/>
              <a:buFont typeface="Arial"/>
              <a:buChar char="•"/>
              <a:defRPr sz="1800" b="0" i="0" u="none" strike="noStrike" cap="none">
                <a:solidFill>
                  <a:srgbClr val="00206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16"/>
          <p:cNvSpPr txBox="1">
            <a:spLocks noGrp="1"/>
          </p:cNvSpPr>
          <p:nvPr>
            <p:ph type="dt" idx="10"/>
          </p:nvPr>
        </p:nvSpPr>
        <p:spPr>
          <a:xfrm>
            <a:off x="838201" y="6356350"/>
            <a:ext cx="141151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ftr" idx="11"/>
          </p:nvPr>
        </p:nvSpPr>
        <p:spPr>
          <a:xfrm>
            <a:off x="2365828" y="6356350"/>
            <a:ext cx="7489371"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6"/>
          <p:cNvSpPr txBox="1">
            <a:spLocks noGrp="1"/>
          </p:cNvSpPr>
          <p:nvPr>
            <p:ph type="sldNum" idx="12"/>
          </p:nvPr>
        </p:nvSpPr>
        <p:spPr>
          <a:xfrm>
            <a:off x="9985828" y="6356350"/>
            <a:ext cx="13679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 name="Picture 2">
            <a:extLst>
              <a:ext uri="{FF2B5EF4-FFF2-40B4-BE49-F238E27FC236}">
                <a16:creationId xmlns:a16="http://schemas.microsoft.com/office/drawing/2014/main" id="{8587C01C-7BE4-3A7F-7CC9-2A0537B6B934}"/>
              </a:ext>
            </a:extLst>
          </p:cNvPr>
          <p:cNvPicPr>
            <a:picLocks noChangeAspect="1"/>
          </p:cNvPicPr>
          <p:nvPr userDrawn="1"/>
        </p:nvPicPr>
        <p:blipFill>
          <a:blip r:embed="rId14"/>
          <a:stretch>
            <a:fillRect/>
          </a:stretch>
        </p:blipFill>
        <p:spPr>
          <a:xfrm>
            <a:off x="9225128" y="345235"/>
            <a:ext cx="2880000" cy="4320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2060"/>
            </a:gs>
            <a:gs pos="85000">
              <a:srgbClr val="2F5496"/>
            </a:gs>
            <a:gs pos="91000">
              <a:srgbClr val="3864B2"/>
            </a:gs>
            <a:gs pos="97000">
              <a:srgbClr val="2C4E8C"/>
            </a:gs>
            <a:gs pos="100000">
              <a:srgbClr val="2C4E8C"/>
            </a:gs>
          </a:gsLst>
          <a:path path="circle">
            <a:fillToRect l="100000" t="100000"/>
          </a:path>
          <a:tileRect r="-100000" b="-100000"/>
        </a:gradFill>
        <a:effectLst/>
      </p:bgPr>
    </p:bg>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602566" y="1214438"/>
            <a:ext cx="10986868" cy="2387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6000"/>
              <a:buFont typeface="Helvetica Neue"/>
              <a:buNone/>
            </a:pPr>
            <a:r>
              <a:rPr lang="en-US" b="1" dirty="0" err="1">
                <a:latin typeface="+mj-lt"/>
                <a:ea typeface="Helvetica Neue"/>
                <a:cs typeface="Helvetica Neue"/>
                <a:sym typeface="Helvetica Neue"/>
              </a:rPr>
              <a:t>Pokemon</a:t>
            </a:r>
            <a:r>
              <a:rPr lang="en-US" b="1" dirty="0">
                <a:latin typeface="+mj-lt"/>
                <a:ea typeface="Helvetica Neue"/>
                <a:cs typeface="Helvetica Neue"/>
                <a:sym typeface="Helvetica Neue"/>
              </a:rPr>
              <a:t> Game</a:t>
            </a:r>
            <a:endParaRPr sz="4800" b="1" dirty="0">
              <a:latin typeface="+mj-lt"/>
              <a:ea typeface="Helvetica Neue"/>
              <a:cs typeface="Helvetica Neue"/>
              <a:sym typeface="Helvetica Neue"/>
            </a:endParaRPr>
          </a:p>
        </p:txBody>
      </p:sp>
      <p:sp>
        <p:nvSpPr>
          <p:cNvPr id="90" name="Google Shape;90;p1"/>
          <p:cNvSpPr txBox="1">
            <a:spLocks noGrp="1"/>
          </p:cNvSpPr>
          <p:nvPr>
            <p:ph type="subTitle" idx="1"/>
          </p:nvPr>
        </p:nvSpPr>
        <p:spPr>
          <a:xfrm>
            <a:off x="602566" y="3987800"/>
            <a:ext cx="10986867" cy="2387600"/>
          </a:xfrm>
          <a:prstGeom prst="rect">
            <a:avLst/>
          </a:prstGeom>
          <a:noFill/>
          <a:ln>
            <a:noFill/>
          </a:ln>
        </p:spPr>
        <p:txBody>
          <a:bodyPr spcFirstLastPara="1" wrap="square" lIns="91425" tIns="45700" rIns="91425" bIns="45700" anchor="ctr" anchorCtr="0">
            <a:normAutofit/>
          </a:bodyPr>
          <a:lstStyle/>
          <a:p>
            <a:pPr marL="0" lvl="0" indent="0" algn="l">
              <a:spcBef>
                <a:spcPts val="0"/>
              </a:spcBef>
            </a:pPr>
            <a:r>
              <a:rPr lang="en-US" dirty="0">
                <a:latin typeface="+mj-lt"/>
                <a:ea typeface="Helvetica Neue"/>
                <a:cs typeface="Helvetica Neue"/>
                <a:sym typeface="Helvetica Neue"/>
              </a:rPr>
              <a:t>Class Name:	K25ISTG01 2.0</a:t>
            </a:r>
            <a:endParaRPr dirty="0">
              <a:latin typeface="+mj-lt"/>
              <a:ea typeface="Helvetica Neue"/>
              <a:cs typeface="Helvetica Neue"/>
              <a:sym typeface="Helvetica Neue"/>
            </a:endParaRPr>
          </a:p>
          <a:p>
            <a:pPr marL="0" lvl="0" indent="0" algn="l" rtl="0">
              <a:lnSpc>
                <a:spcPct val="90000"/>
              </a:lnSpc>
              <a:spcBef>
                <a:spcPts val="1000"/>
              </a:spcBef>
              <a:spcAft>
                <a:spcPts val="0"/>
              </a:spcAft>
              <a:buClr>
                <a:schemeClr val="lt1"/>
              </a:buClr>
              <a:buSzPts val="2400"/>
              <a:buNone/>
            </a:pPr>
            <a:r>
              <a:rPr lang="en-US" dirty="0">
                <a:latin typeface="+mj-lt"/>
                <a:ea typeface="Helvetica Neue"/>
                <a:cs typeface="Helvetica Neue"/>
                <a:sym typeface="Helvetica Neue"/>
              </a:rPr>
              <a:t>Group Name: Nha Bui</a:t>
            </a:r>
            <a:endParaRPr dirty="0">
              <a:latin typeface="+mj-lt"/>
              <a:ea typeface="Helvetica Neue"/>
              <a:cs typeface="Helvetica Neue"/>
              <a:sym typeface="Helvetica Neue"/>
            </a:endParaRPr>
          </a:p>
          <a:p>
            <a:pPr marL="0" lvl="0" indent="0" algn="l" rtl="0">
              <a:lnSpc>
                <a:spcPct val="90000"/>
              </a:lnSpc>
              <a:spcBef>
                <a:spcPts val="1000"/>
              </a:spcBef>
              <a:spcAft>
                <a:spcPts val="0"/>
              </a:spcAft>
              <a:buClr>
                <a:schemeClr val="lt1"/>
              </a:buClr>
              <a:buSzPts val="2400"/>
              <a:buNone/>
            </a:pPr>
            <a:r>
              <a:rPr lang="en-US" dirty="0">
                <a:latin typeface="+mj-lt"/>
                <a:ea typeface="Helvetica Neue"/>
                <a:cs typeface="Helvetica Neue"/>
                <a:sym typeface="Helvetica Neue"/>
              </a:rPr>
              <a:t>Members: Bui Dang Nha</a:t>
            </a:r>
            <a:endParaRPr dirty="0">
              <a:latin typeface="+mj-lt"/>
              <a:ea typeface="Helvetica Neue"/>
              <a:cs typeface="Helvetica Neue"/>
              <a:sym typeface="Helvetica Neue"/>
            </a:endParaRPr>
          </a:p>
          <a:p>
            <a:pPr marL="0" lvl="0" indent="0" algn="l" rtl="0">
              <a:lnSpc>
                <a:spcPct val="90000"/>
              </a:lnSpc>
              <a:spcBef>
                <a:spcPts val="1000"/>
              </a:spcBef>
              <a:spcAft>
                <a:spcPts val="0"/>
              </a:spcAft>
              <a:buClr>
                <a:schemeClr val="lt1"/>
              </a:buClr>
              <a:buSzPts val="2400"/>
              <a:buNone/>
            </a:pPr>
            <a:r>
              <a:rPr lang="en-US" dirty="0">
                <a:latin typeface="+mj-lt"/>
                <a:ea typeface="Helvetica Neue"/>
                <a:cs typeface="Helvetica Neue"/>
                <a:sym typeface="Helvetica Neue"/>
              </a:rPr>
              <a:t>			</a:t>
            </a:r>
            <a:endParaRPr dirty="0">
              <a:latin typeface="+mj-lt"/>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mj-lt"/>
              </a:rPr>
              <a:t>OBJECTIVES</a:t>
            </a:r>
            <a:endParaRPr dirty="0">
              <a:latin typeface="+mj-lt"/>
            </a:endParaRPr>
          </a:p>
        </p:txBody>
      </p:sp>
      <p:sp>
        <p:nvSpPr>
          <p:cNvPr id="97" name="Google Shape;97;p2"/>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609600" lvl="0" indent="-457200" algn="l" rtl="0">
              <a:lnSpc>
                <a:spcPct val="120000"/>
              </a:lnSpc>
              <a:spcBef>
                <a:spcPts val="0"/>
              </a:spcBef>
              <a:spcAft>
                <a:spcPts val="0"/>
              </a:spcAft>
              <a:buClr>
                <a:srgbClr val="002060"/>
              </a:buClr>
              <a:buSzPts val="2400"/>
              <a:buAutoNum type="arabicPeriod"/>
            </a:pPr>
            <a:r>
              <a:rPr lang="en-US" sz="2400" dirty="0">
                <a:latin typeface="+mn-lt"/>
              </a:rPr>
              <a:t>Project </a:t>
            </a:r>
            <a:r>
              <a:rPr lang="en-US" sz="2400" dirty="0">
                <a:latin typeface="+mj-lt"/>
              </a:rPr>
              <a:t>Introduction</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Customer Requirement</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Use Cases</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Activities Diagram</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Class Diagram </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Sequence Diagram</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Database Design (ERD)</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UI Design</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Testing (Unit Test)</a:t>
            </a:r>
          </a:p>
          <a:p>
            <a:pPr marL="609600" lvl="0" indent="-457200" algn="l" rtl="0">
              <a:lnSpc>
                <a:spcPct val="120000"/>
              </a:lnSpc>
              <a:spcBef>
                <a:spcPts val="0"/>
              </a:spcBef>
              <a:spcAft>
                <a:spcPts val="0"/>
              </a:spcAft>
              <a:buClr>
                <a:srgbClr val="002060"/>
              </a:buClr>
              <a:buSzPts val="2400"/>
              <a:buAutoNum type="arabicPeriod"/>
            </a:pPr>
            <a:r>
              <a:rPr lang="en-US" sz="2400" dirty="0">
                <a:latin typeface="+mj-lt"/>
              </a:rPr>
              <a:t>Advantages and Disadvantages of Project</a:t>
            </a:r>
          </a:p>
          <a:p>
            <a:pPr marL="609600" lvl="0" indent="-457200" algn="l" rtl="0">
              <a:lnSpc>
                <a:spcPct val="90000"/>
              </a:lnSpc>
              <a:spcBef>
                <a:spcPts val="0"/>
              </a:spcBef>
              <a:spcAft>
                <a:spcPts val="0"/>
              </a:spcAft>
              <a:buClr>
                <a:srgbClr val="002060"/>
              </a:buClr>
              <a:buSzPts val="2400"/>
              <a:buAutoNum type="arabicPeriod"/>
            </a:pPr>
            <a:endParaRPr lang="en-US" sz="2400" dirty="0">
              <a:latin typeface="+mj-lt"/>
            </a:endParaRPr>
          </a:p>
          <a:p>
            <a:pPr marL="609600" lvl="0" indent="-457200" algn="l" rtl="0">
              <a:lnSpc>
                <a:spcPct val="90000"/>
              </a:lnSpc>
              <a:spcBef>
                <a:spcPts val="0"/>
              </a:spcBef>
              <a:spcAft>
                <a:spcPts val="0"/>
              </a:spcAft>
              <a:buClr>
                <a:srgbClr val="002060"/>
              </a:buClr>
              <a:buSzPts val="2400"/>
              <a:buAutoNum type="arabicPeriod"/>
            </a:pPr>
            <a:endParaRPr sz="2400" dirty="0"/>
          </a:p>
        </p:txBody>
      </p:sp>
      <p:sp>
        <p:nvSpPr>
          <p:cNvPr id="98" name="Google Shape;98;p2"/>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mj-lt"/>
              </a:rPr>
              <a:t>INTRODUCTION TO PROJECT</a:t>
            </a:r>
            <a:endParaRPr dirty="0">
              <a:latin typeface="+mj-lt"/>
            </a:endParaRPr>
          </a:p>
        </p:txBody>
      </p:sp>
      <p:sp>
        <p:nvSpPr>
          <p:cNvPr id="105" name="Google Shape;105;p3"/>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lnSpcReduction="10000"/>
          </a:bodyPr>
          <a:lstStyle/>
          <a:p>
            <a:pPr marL="495300" indent="-342900">
              <a:lnSpc>
                <a:spcPct val="120000"/>
              </a:lnSpc>
              <a:spcBef>
                <a:spcPts val="0"/>
              </a:spcBef>
              <a:buSzPts val="2400"/>
            </a:pPr>
            <a:r>
              <a:rPr lang="en-US" sz="2400" dirty="0">
                <a:latin typeface="+mj-lt"/>
              </a:rPr>
              <a:t>Project Name: </a:t>
            </a:r>
            <a:r>
              <a:rPr lang="en-US" sz="2400" dirty="0" err="1">
                <a:latin typeface="+mj-lt"/>
              </a:rPr>
              <a:t>Pokemon</a:t>
            </a:r>
            <a:r>
              <a:rPr lang="en-US" sz="2400" dirty="0">
                <a:latin typeface="+mj-lt"/>
              </a:rPr>
              <a:t> Game</a:t>
            </a:r>
          </a:p>
          <a:p>
            <a:pPr marL="495300" indent="-342900">
              <a:lnSpc>
                <a:spcPct val="120000"/>
              </a:lnSpc>
              <a:spcBef>
                <a:spcPts val="0"/>
              </a:spcBef>
              <a:buSzPts val="2400"/>
            </a:pPr>
            <a:r>
              <a:rPr lang="en-US" sz="2400" dirty="0">
                <a:latin typeface="+mj-lt"/>
              </a:rPr>
              <a:t>Project Description: </a:t>
            </a:r>
            <a:r>
              <a:rPr lang="en-US" dirty="0"/>
              <a:t>This is a turn-based Pokémon console game where players can register, log in, and choose a starter Pokémon. Players explore the world, encounter wild Pokémon, battle NPCs and other players (PvP), catch and train Pokémon, level up, evolve, and manage their team and inventory. The game features a story mode, a Pokémon League challenge, and a Hall of Fame. All core mechanics—battling, catching, healing, and progression—are implemented with a focus on clean architecture and modular design</a:t>
            </a:r>
            <a:r>
              <a:rPr lang="en-US" sz="2400" dirty="0">
                <a:latin typeface="+mj-lt"/>
              </a:rPr>
              <a:t>.</a:t>
            </a:r>
          </a:p>
          <a:p>
            <a:pPr marL="495300" indent="-342900">
              <a:lnSpc>
                <a:spcPct val="120000"/>
              </a:lnSpc>
              <a:spcBef>
                <a:spcPts val="0"/>
              </a:spcBef>
              <a:buSzPts val="2400"/>
            </a:pPr>
            <a:r>
              <a:rPr lang="en-US" sz="2400" dirty="0">
                <a:latin typeface="+mj-lt"/>
              </a:rPr>
              <a:t>Technologies:</a:t>
            </a:r>
          </a:p>
          <a:p>
            <a:pPr marL="952500" lvl="1" indent="-342900">
              <a:lnSpc>
                <a:spcPct val="120000"/>
              </a:lnSpc>
              <a:spcBef>
                <a:spcPts val="0"/>
              </a:spcBef>
            </a:pPr>
            <a:r>
              <a:rPr lang="en-US" sz="2000" dirty="0">
                <a:latin typeface="+mj-lt"/>
              </a:rPr>
              <a:t>Programming language: C# (.NET 9.0)</a:t>
            </a:r>
          </a:p>
          <a:p>
            <a:pPr marL="952500" lvl="1" indent="-342900">
              <a:lnSpc>
                <a:spcPct val="120000"/>
              </a:lnSpc>
              <a:spcBef>
                <a:spcPts val="0"/>
              </a:spcBef>
            </a:pPr>
            <a:r>
              <a:rPr lang="en-US" sz="2000" dirty="0">
                <a:latin typeface="+mj-lt"/>
              </a:rPr>
              <a:t>Database: MySQL</a:t>
            </a:r>
          </a:p>
        </p:txBody>
      </p:sp>
      <p:sp>
        <p:nvSpPr>
          <p:cNvPr id="106" name="Google Shape;106;p3"/>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Arial" panose="020B0604020202020204" pitchFamily="34" charset="0"/>
                <a:cs typeface="Arial" panose="020B0604020202020204" pitchFamily="34" charset="0"/>
              </a:rPr>
              <a:t>CUSTOMER REQUIREMENTS</a:t>
            </a:r>
            <a:endParaRPr dirty="0">
              <a:latin typeface="Arial" panose="020B0604020202020204" pitchFamily="34" charset="0"/>
              <a:cs typeface="Arial" panose="020B0604020202020204" pitchFamily="34" charset="0"/>
            </a:endParaRPr>
          </a:p>
        </p:txBody>
      </p:sp>
      <p:sp>
        <p:nvSpPr>
          <p:cNvPr id="113" name="Google Shape;113;p4"/>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r>
              <a:rPr lang="en-US" sz="2400" dirty="0">
                <a:latin typeface="+mj-lt"/>
              </a:rPr>
              <a:t>Players can register and log in to their accounts.</a:t>
            </a:r>
          </a:p>
          <a:p>
            <a:r>
              <a:rPr lang="en-US" sz="2400" dirty="0">
                <a:latin typeface="+mj-lt"/>
              </a:rPr>
              <a:t>Players can catch and train Pokémon.</a:t>
            </a:r>
          </a:p>
          <a:p>
            <a:r>
              <a:rPr lang="en-US" sz="2400" dirty="0">
                <a:latin typeface="+mj-lt"/>
              </a:rPr>
              <a:t>The game supports both </a:t>
            </a:r>
            <a:r>
              <a:rPr lang="en-US" sz="2400" dirty="0" err="1">
                <a:latin typeface="+mj-lt"/>
              </a:rPr>
              <a:t>PvE</a:t>
            </a:r>
            <a:r>
              <a:rPr lang="en-US" sz="2400" dirty="0">
                <a:latin typeface="+mj-lt"/>
              </a:rPr>
              <a:t> (player vs environment) and PvP (player vs player) battle modes.</a:t>
            </a:r>
          </a:p>
          <a:p>
            <a:r>
              <a:rPr lang="en-US" sz="2400" dirty="0">
                <a:latin typeface="+mj-lt"/>
              </a:rPr>
              <a:t>The game must allow players to challenge each other in real-time PvP battles, where each player selects their team of Pokémon and takes turns choosing moves. The system should handle matchmaking, turn order, and display battle results, including win/loss and experience gained.</a:t>
            </a:r>
          </a:p>
          <a:p>
            <a:endParaRPr lang="en-US" dirty="0"/>
          </a:p>
          <a:p>
            <a:pPr marL="495300" indent="-342900">
              <a:lnSpc>
                <a:spcPct val="120000"/>
              </a:lnSpc>
              <a:spcBef>
                <a:spcPts val="0"/>
              </a:spcBef>
              <a:buSzPts val="2400"/>
            </a:pPr>
            <a:endParaRPr lang="en-US" sz="2400" dirty="0">
              <a:latin typeface="+mn-lt"/>
            </a:endParaRPr>
          </a:p>
        </p:txBody>
      </p:sp>
      <p:sp>
        <p:nvSpPr>
          <p:cNvPr id="114" name="Google Shape;114;p4"/>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t>USE CASE</a:t>
            </a:r>
            <a:endParaRPr dirty="0"/>
          </a:p>
        </p:txBody>
      </p:sp>
      <p:sp>
        <p:nvSpPr>
          <p:cNvPr id="121" name="Google Shape;121;p5"/>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495300" indent="-342900">
              <a:lnSpc>
                <a:spcPct val="120000"/>
              </a:lnSpc>
              <a:spcBef>
                <a:spcPts val="0"/>
              </a:spcBef>
              <a:buSzPts val="2400"/>
            </a:pPr>
            <a:r>
              <a:rPr lang="en-US" sz="2400" dirty="0">
                <a:latin typeface="+mj-lt"/>
                <a:cs typeface="Arial" panose="020B0604020202020204" pitchFamily="34" charset="0"/>
              </a:rPr>
              <a:t>Use case list						Use case diagram</a:t>
            </a:r>
          </a:p>
          <a:p>
            <a:pPr marL="495300" indent="-342900">
              <a:lnSpc>
                <a:spcPct val="120000"/>
              </a:lnSpc>
              <a:spcBef>
                <a:spcPts val="0"/>
              </a:spcBef>
              <a:buSzPts val="2400"/>
            </a:pPr>
            <a:endParaRPr lang="en-US" sz="2400" dirty="0">
              <a:latin typeface="+mj-lt"/>
              <a:cs typeface="Arial" panose="020B0604020202020204" pitchFamily="34" charset="0"/>
            </a:endParaRPr>
          </a:p>
          <a:p>
            <a:pPr lvl="1"/>
            <a:r>
              <a:rPr lang="en-US" sz="1800" dirty="0">
                <a:latin typeface="+mj-lt"/>
              </a:rPr>
              <a:t>Register Account</a:t>
            </a:r>
          </a:p>
          <a:p>
            <a:pPr lvl="1"/>
            <a:r>
              <a:rPr lang="en-US" sz="1800" dirty="0">
                <a:latin typeface="+mj-lt"/>
              </a:rPr>
              <a:t>Login</a:t>
            </a:r>
          </a:p>
          <a:p>
            <a:pPr lvl="1"/>
            <a:r>
              <a:rPr lang="en-US" sz="1800" dirty="0">
                <a:latin typeface="+mj-lt"/>
              </a:rPr>
              <a:t>Catch Pokémon</a:t>
            </a:r>
          </a:p>
          <a:p>
            <a:pPr lvl="1"/>
            <a:r>
              <a:rPr lang="en-US" sz="1800" dirty="0">
                <a:latin typeface="+mj-lt"/>
              </a:rPr>
              <a:t>Train Pokémon</a:t>
            </a:r>
          </a:p>
          <a:p>
            <a:pPr lvl="1"/>
            <a:r>
              <a:rPr lang="en-US" sz="1800" dirty="0">
                <a:latin typeface="+mj-lt"/>
              </a:rPr>
              <a:t>Battle Wild Pokémon (</a:t>
            </a:r>
            <a:r>
              <a:rPr lang="en-US" sz="1800" dirty="0" err="1">
                <a:latin typeface="+mj-lt"/>
              </a:rPr>
              <a:t>PvE</a:t>
            </a:r>
            <a:r>
              <a:rPr lang="en-US" sz="1800" dirty="0">
                <a:latin typeface="+mj-lt"/>
              </a:rPr>
              <a:t>)</a:t>
            </a:r>
          </a:p>
          <a:p>
            <a:pPr lvl="1"/>
            <a:r>
              <a:rPr lang="en-US" sz="1800" dirty="0">
                <a:latin typeface="+mj-lt"/>
              </a:rPr>
              <a:t>Battle Other Players (PvP)</a:t>
            </a:r>
          </a:p>
          <a:p>
            <a:pPr lvl="1"/>
            <a:r>
              <a:rPr lang="en-US" sz="1800" dirty="0">
                <a:latin typeface="+mj-lt"/>
              </a:rPr>
              <a:t>Use Items</a:t>
            </a:r>
          </a:p>
          <a:p>
            <a:pPr lvl="1"/>
            <a:r>
              <a:rPr lang="en-US" sz="1800" dirty="0">
                <a:latin typeface="+mj-lt"/>
              </a:rPr>
              <a:t>View Inventory</a:t>
            </a:r>
          </a:p>
          <a:p>
            <a:pPr lvl="1"/>
            <a:r>
              <a:rPr lang="en-US" sz="1800" dirty="0">
                <a:latin typeface="+mj-lt"/>
              </a:rPr>
              <a:t>Save/Load Game Progress</a:t>
            </a:r>
          </a:p>
          <a:p>
            <a:pPr marL="952500" lvl="1" indent="-342900">
              <a:lnSpc>
                <a:spcPct val="120000"/>
              </a:lnSpc>
              <a:spcBef>
                <a:spcPts val="0"/>
              </a:spcBef>
            </a:pPr>
            <a:endParaRPr lang="en-US" sz="2000" dirty="0">
              <a:latin typeface="Arial" panose="020B0604020202020204" pitchFamily="34" charset="0"/>
              <a:cs typeface="Arial" panose="020B0604020202020204" pitchFamily="34" charset="0"/>
            </a:endParaRPr>
          </a:p>
        </p:txBody>
      </p:sp>
      <p:sp>
        <p:nvSpPr>
          <p:cNvPr id="122" name="Google Shape;122;p5"/>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3" name="Picture 2">
            <a:extLst>
              <a:ext uri="{FF2B5EF4-FFF2-40B4-BE49-F238E27FC236}">
                <a16:creationId xmlns:a16="http://schemas.microsoft.com/office/drawing/2014/main" id="{3DB4200F-F512-F084-42B2-7D8169C28C32}"/>
              </a:ext>
            </a:extLst>
          </p:cNvPr>
          <p:cNvPicPr>
            <a:picLocks noChangeAspect="1"/>
          </p:cNvPicPr>
          <p:nvPr/>
        </p:nvPicPr>
        <p:blipFill>
          <a:blip r:embed="rId3"/>
          <a:stretch>
            <a:fillRect/>
          </a:stretch>
        </p:blipFill>
        <p:spPr>
          <a:xfrm>
            <a:off x="5456904" y="1640500"/>
            <a:ext cx="6387990" cy="470476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mj-lt"/>
              </a:rPr>
              <a:t>ACTIVITY DIAGRAM</a:t>
            </a:r>
            <a:endParaRPr dirty="0">
              <a:latin typeface="+mj-lt"/>
            </a:endParaRPr>
          </a:p>
        </p:txBody>
      </p:sp>
      <p:sp>
        <p:nvSpPr>
          <p:cNvPr id="129" name="Google Shape;129;p6"/>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495300" indent="-342900">
              <a:lnSpc>
                <a:spcPct val="120000"/>
              </a:lnSpc>
              <a:spcBef>
                <a:spcPts val="0"/>
              </a:spcBef>
              <a:buSzPts val="2400"/>
            </a:pPr>
            <a:endParaRPr lang="en-US" sz="2400" dirty="0"/>
          </a:p>
        </p:txBody>
      </p:sp>
      <p:sp>
        <p:nvSpPr>
          <p:cNvPr id="130" name="Google Shape;130;p6"/>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3" name="Picture 12">
            <a:extLst>
              <a:ext uri="{FF2B5EF4-FFF2-40B4-BE49-F238E27FC236}">
                <a16:creationId xmlns:a16="http://schemas.microsoft.com/office/drawing/2014/main" id="{CFE85803-52C6-5FEF-145C-BC9D5EB19394}"/>
              </a:ext>
            </a:extLst>
          </p:cNvPr>
          <p:cNvPicPr>
            <a:picLocks noChangeAspect="1"/>
          </p:cNvPicPr>
          <p:nvPr/>
        </p:nvPicPr>
        <p:blipFill>
          <a:blip r:embed="rId3"/>
          <a:stretch>
            <a:fillRect/>
          </a:stretch>
        </p:blipFill>
        <p:spPr>
          <a:xfrm>
            <a:off x="1038851" y="1765830"/>
            <a:ext cx="4798877" cy="3730401"/>
          </a:xfrm>
          <a:prstGeom prst="rect">
            <a:avLst/>
          </a:prstGeom>
        </p:spPr>
      </p:pic>
      <p:pic>
        <p:nvPicPr>
          <p:cNvPr id="15" name="Picture 14">
            <a:extLst>
              <a:ext uri="{FF2B5EF4-FFF2-40B4-BE49-F238E27FC236}">
                <a16:creationId xmlns:a16="http://schemas.microsoft.com/office/drawing/2014/main" id="{2BDB3A62-899E-042B-FC6B-DAC860E68856}"/>
              </a:ext>
            </a:extLst>
          </p:cNvPr>
          <p:cNvPicPr>
            <a:picLocks noChangeAspect="1"/>
          </p:cNvPicPr>
          <p:nvPr/>
        </p:nvPicPr>
        <p:blipFill>
          <a:blip r:embed="rId4"/>
          <a:stretch>
            <a:fillRect/>
          </a:stretch>
        </p:blipFill>
        <p:spPr>
          <a:xfrm>
            <a:off x="7091046" y="1151097"/>
            <a:ext cx="3666362" cy="49598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7E367-2B39-D254-2088-D4F8D155C9F4}"/>
              </a:ext>
            </a:extLst>
          </p:cNvPr>
          <p:cNvSpPr>
            <a:spLocks noGrp="1"/>
          </p:cNvSpPr>
          <p:nvPr>
            <p:ph type="title"/>
          </p:nvPr>
        </p:nvSpPr>
        <p:spPr/>
        <p:txBody>
          <a:bodyPr/>
          <a:lstStyle/>
          <a:p>
            <a:r>
              <a:rPr lang="en-US" dirty="0"/>
              <a:t>ACTIVITY DIAGRAM</a:t>
            </a:r>
          </a:p>
        </p:txBody>
      </p:sp>
      <p:sp>
        <p:nvSpPr>
          <p:cNvPr id="3" name="Text Placeholder 2">
            <a:extLst>
              <a:ext uri="{FF2B5EF4-FFF2-40B4-BE49-F238E27FC236}">
                <a16:creationId xmlns:a16="http://schemas.microsoft.com/office/drawing/2014/main" id="{62B6BDB2-AF08-CE70-1850-334735B528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D1B87-34C3-A620-040C-DF3EE6C938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6" name="Picture 5">
            <a:extLst>
              <a:ext uri="{FF2B5EF4-FFF2-40B4-BE49-F238E27FC236}">
                <a16:creationId xmlns:a16="http://schemas.microsoft.com/office/drawing/2014/main" id="{86A850D5-2397-7623-2138-B4D082F99696}"/>
              </a:ext>
            </a:extLst>
          </p:cNvPr>
          <p:cNvPicPr>
            <a:picLocks noChangeAspect="1"/>
          </p:cNvPicPr>
          <p:nvPr/>
        </p:nvPicPr>
        <p:blipFill>
          <a:blip r:embed="rId2"/>
          <a:stretch>
            <a:fillRect/>
          </a:stretch>
        </p:blipFill>
        <p:spPr>
          <a:xfrm>
            <a:off x="1332487" y="1823779"/>
            <a:ext cx="4490774" cy="3960164"/>
          </a:xfrm>
          <a:prstGeom prst="rect">
            <a:avLst/>
          </a:prstGeom>
        </p:spPr>
      </p:pic>
      <p:pic>
        <p:nvPicPr>
          <p:cNvPr id="8" name="Picture 7">
            <a:extLst>
              <a:ext uri="{FF2B5EF4-FFF2-40B4-BE49-F238E27FC236}">
                <a16:creationId xmlns:a16="http://schemas.microsoft.com/office/drawing/2014/main" id="{05F3A144-9DA9-039A-4DBC-7A7CE4B5E31D}"/>
              </a:ext>
            </a:extLst>
          </p:cNvPr>
          <p:cNvPicPr>
            <a:picLocks noChangeAspect="1"/>
          </p:cNvPicPr>
          <p:nvPr/>
        </p:nvPicPr>
        <p:blipFill>
          <a:blip r:embed="rId3"/>
          <a:stretch>
            <a:fillRect/>
          </a:stretch>
        </p:blipFill>
        <p:spPr>
          <a:xfrm>
            <a:off x="7248367" y="1185306"/>
            <a:ext cx="2751973" cy="4905939"/>
          </a:xfrm>
          <a:prstGeom prst="rect">
            <a:avLst/>
          </a:prstGeom>
        </p:spPr>
      </p:pic>
    </p:spTree>
    <p:extLst>
      <p:ext uri="{BB962C8B-B14F-4D97-AF65-F5344CB8AC3E}">
        <p14:creationId xmlns:p14="http://schemas.microsoft.com/office/powerpoint/2010/main" val="3638754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5853-45CD-7EE3-685D-9CC82EDA8486}"/>
              </a:ext>
            </a:extLst>
          </p:cNvPr>
          <p:cNvSpPr>
            <a:spLocks noGrp="1"/>
          </p:cNvSpPr>
          <p:nvPr>
            <p:ph type="title"/>
          </p:nvPr>
        </p:nvSpPr>
        <p:spPr/>
        <p:txBody>
          <a:bodyPr/>
          <a:lstStyle/>
          <a:p>
            <a:r>
              <a:rPr lang="en-US" dirty="0"/>
              <a:t>ACTIVITY DIAGRAM</a:t>
            </a:r>
          </a:p>
        </p:txBody>
      </p:sp>
      <p:sp>
        <p:nvSpPr>
          <p:cNvPr id="3" name="Text Placeholder 2">
            <a:extLst>
              <a:ext uri="{FF2B5EF4-FFF2-40B4-BE49-F238E27FC236}">
                <a16:creationId xmlns:a16="http://schemas.microsoft.com/office/drawing/2014/main" id="{D9080AAB-5228-676B-9642-1BBC3258775B}"/>
              </a:ext>
            </a:extLst>
          </p:cNvPr>
          <p:cNvSpPr>
            <a:spLocks noGrp="1"/>
          </p:cNvSpPr>
          <p:nvPr>
            <p:ph type="body" idx="1"/>
          </p:nvPr>
        </p:nvSpPr>
        <p:spPr/>
        <p:txBody>
          <a:bodyPr/>
          <a:lstStyle/>
          <a:p>
            <a:r>
              <a:rPr lang="en-US" dirty="0"/>
              <a:t>UC9 PvP Battle		UC10 Save/Load Game</a:t>
            </a:r>
          </a:p>
        </p:txBody>
      </p:sp>
      <p:sp>
        <p:nvSpPr>
          <p:cNvPr id="4" name="Slide Number Placeholder 3">
            <a:extLst>
              <a:ext uri="{FF2B5EF4-FFF2-40B4-BE49-F238E27FC236}">
                <a16:creationId xmlns:a16="http://schemas.microsoft.com/office/drawing/2014/main" id="{5DB7CB78-865F-0D67-C2A5-790A6A52B9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6" name="Picture 5">
            <a:extLst>
              <a:ext uri="{FF2B5EF4-FFF2-40B4-BE49-F238E27FC236}">
                <a16:creationId xmlns:a16="http://schemas.microsoft.com/office/drawing/2014/main" id="{E8E8DD4D-21DC-5CF2-1006-B8C316F5F066}"/>
              </a:ext>
            </a:extLst>
          </p:cNvPr>
          <p:cNvPicPr>
            <a:picLocks noChangeAspect="1"/>
          </p:cNvPicPr>
          <p:nvPr/>
        </p:nvPicPr>
        <p:blipFill>
          <a:blip r:embed="rId2"/>
          <a:stretch>
            <a:fillRect/>
          </a:stretch>
        </p:blipFill>
        <p:spPr>
          <a:xfrm>
            <a:off x="1817359" y="1710812"/>
            <a:ext cx="1520414" cy="4323753"/>
          </a:xfrm>
          <a:prstGeom prst="rect">
            <a:avLst/>
          </a:prstGeom>
        </p:spPr>
      </p:pic>
      <p:pic>
        <p:nvPicPr>
          <p:cNvPr id="8" name="Picture 7">
            <a:extLst>
              <a:ext uri="{FF2B5EF4-FFF2-40B4-BE49-F238E27FC236}">
                <a16:creationId xmlns:a16="http://schemas.microsoft.com/office/drawing/2014/main" id="{8A275F55-C883-41AD-3CFB-259308066D9F}"/>
              </a:ext>
            </a:extLst>
          </p:cNvPr>
          <p:cNvPicPr>
            <a:picLocks noChangeAspect="1"/>
          </p:cNvPicPr>
          <p:nvPr/>
        </p:nvPicPr>
        <p:blipFill>
          <a:blip r:embed="rId3"/>
          <a:stretch>
            <a:fillRect/>
          </a:stretch>
        </p:blipFill>
        <p:spPr>
          <a:xfrm>
            <a:off x="4938482" y="1710812"/>
            <a:ext cx="5436159" cy="4277032"/>
          </a:xfrm>
          <a:prstGeom prst="rect">
            <a:avLst/>
          </a:prstGeom>
        </p:spPr>
      </p:pic>
    </p:spTree>
    <p:extLst>
      <p:ext uri="{BB962C8B-B14F-4D97-AF65-F5344CB8AC3E}">
        <p14:creationId xmlns:p14="http://schemas.microsoft.com/office/powerpoint/2010/main" val="406970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Arial" panose="020B0604020202020204" pitchFamily="34" charset="0"/>
                <a:cs typeface="Arial" panose="020B0604020202020204" pitchFamily="34" charset="0"/>
              </a:rPr>
              <a:t>UI DESIGN</a:t>
            </a:r>
            <a:endParaRPr dirty="0">
              <a:latin typeface="Arial" panose="020B0604020202020204" pitchFamily="34" charset="0"/>
              <a:cs typeface="Arial" panose="020B0604020202020204" pitchFamily="34" charset="0"/>
            </a:endParaRPr>
          </a:p>
        </p:txBody>
      </p:sp>
      <p:sp>
        <p:nvSpPr>
          <p:cNvPr id="137" name="Google Shape;137;p7"/>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152400" indent="0">
              <a:lnSpc>
                <a:spcPct val="120000"/>
              </a:lnSpc>
              <a:spcBef>
                <a:spcPts val="0"/>
              </a:spcBef>
              <a:buSzPts val="2400"/>
              <a:buNone/>
            </a:pPr>
            <a:r>
              <a:rPr lang="en-US" sz="2400" dirty="0">
                <a:latin typeface="+mj-lt"/>
              </a:rPr>
              <a:t>Login							</a:t>
            </a:r>
            <a:r>
              <a:rPr lang="en-US" sz="2400" dirty="0" err="1">
                <a:latin typeface="+mj-lt"/>
              </a:rPr>
              <a:t>MainMenu</a:t>
            </a:r>
            <a:endParaRPr lang="en-US" sz="2400" dirty="0">
              <a:latin typeface="+mj-lt"/>
            </a:endParaRPr>
          </a:p>
          <a:p>
            <a:pPr marL="495300" indent="-342900">
              <a:lnSpc>
                <a:spcPct val="120000"/>
              </a:lnSpc>
              <a:spcBef>
                <a:spcPts val="0"/>
              </a:spcBef>
              <a:buSzPts val="2400"/>
            </a:pPr>
            <a:endParaRPr lang="en-US" sz="2400" dirty="0">
              <a:latin typeface="+mn-lt"/>
            </a:endParaRPr>
          </a:p>
          <a:p>
            <a:pPr marL="495300" indent="-342900">
              <a:lnSpc>
                <a:spcPct val="120000"/>
              </a:lnSpc>
              <a:spcBef>
                <a:spcPts val="0"/>
              </a:spcBef>
              <a:buSzPts val="2400"/>
            </a:pPr>
            <a:endParaRPr lang="en-US" sz="2400" dirty="0">
              <a:latin typeface="+mn-lt"/>
            </a:endParaRPr>
          </a:p>
          <a:p>
            <a:pPr marL="495300" indent="-342900">
              <a:lnSpc>
                <a:spcPct val="120000"/>
              </a:lnSpc>
              <a:spcBef>
                <a:spcPts val="0"/>
              </a:spcBef>
              <a:buSzPts val="2400"/>
            </a:pPr>
            <a:endParaRPr lang="en-US" sz="2400" dirty="0">
              <a:latin typeface="+mn-lt"/>
            </a:endParaRPr>
          </a:p>
          <a:p>
            <a:pPr marL="495300" indent="-342900">
              <a:lnSpc>
                <a:spcPct val="120000"/>
              </a:lnSpc>
              <a:spcBef>
                <a:spcPts val="0"/>
              </a:spcBef>
              <a:buSzPts val="2400"/>
            </a:pPr>
            <a:endParaRPr lang="en-US" sz="2400" dirty="0">
              <a:latin typeface="+mn-lt"/>
            </a:endParaRPr>
          </a:p>
        </p:txBody>
      </p:sp>
      <p:sp>
        <p:nvSpPr>
          <p:cNvPr id="138" name="Google Shape;138;p7"/>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3" name="Picture 2">
            <a:extLst>
              <a:ext uri="{FF2B5EF4-FFF2-40B4-BE49-F238E27FC236}">
                <a16:creationId xmlns:a16="http://schemas.microsoft.com/office/drawing/2014/main" id="{3B537E42-FB05-D4D6-AABA-C4B4EC5AE7F8}"/>
              </a:ext>
            </a:extLst>
          </p:cNvPr>
          <p:cNvPicPr>
            <a:picLocks noChangeAspect="1"/>
          </p:cNvPicPr>
          <p:nvPr/>
        </p:nvPicPr>
        <p:blipFill>
          <a:blip r:embed="rId3"/>
          <a:stretch>
            <a:fillRect/>
          </a:stretch>
        </p:blipFill>
        <p:spPr>
          <a:xfrm>
            <a:off x="181274" y="1675784"/>
            <a:ext cx="5111594" cy="4430048"/>
          </a:xfrm>
          <a:prstGeom prst="rect">
            <a:avLst/>
          </a:prstGeom>
        </p:spPr>
      </p:pic>
      <p:pic>
        <p:nvPicPr>
          <p:cNvPr id="5" name="Picture 4">
            <a:extLst>
              <a:ext uri="{FF2B5EF4-FFF2-40B4-BE49-F238E27FC236}">
                <a16:creationId xmlns:a16="http://schemas.microsoft.com/office/drawing/2014/main" id="{2C08EEE6-14EA-EC69-CE0E-D09DA449FFAB}"/>
              </a:ext>
            </a:extLst>
          </p:cNvPr>
          <p:cNvPicPr>
            <a:picLocks noChangeAspect="1"/>
          </p:cNvPicPr>
          <p:nvPr/>
        </p:nvPicPr>
        <p:blipFill>
          <a:blip r:embed="rId4"/>
          <a:stretch>
            <a:fillRect/>
          </a:stretch>
        </p:blipFill>
        <p:spPr>
          <a:xfrm>
            <a:off x="6347337" y="1675784"/>
            <a:ext cx="4000500" cy="40767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C2B2C-2A6D-BCB2-FB1F-12AA932A32B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UI DESIGN</a:t>
            </a:r>
            <a:endParaRPr lang="en-US" dirty="0"/>
          </a:p>
        </p:txBody>
      </p:sp>
      <p:sp>
        <p:nvSpPr>
          <p:cNvPr id="3" name="Text Placeholder 2">
            <a:extLst>
              <a:ext uri="{FF2B5EF4-FFF2-40B4-BE49-F238E27FC236}">
                <a16:creationId xmlns:a16="http://schemas.microsoft.com/office/drawing/2014/main" id="{E40336BF-A0B4-7A7D-0BB5-242BAB3631AE}"/>
              </a:ext>
            </a:extLst>
          </p:cNvPr>
          <p:cNvSpPr>
            <a:spLocks noGrp="1"/>
          </p:cNvSpPr>
          <p:nvPr>
            <p:ph type="body" idx="1"/>
          </p:nvPr>
        </p:nvSpPr>
        <p:spPr/>
        <p:txBody>
          <a:bodyPr>
            <a:normAutofit/>
          </a:bodyPr>
          <a:lstStyle/>
          <a:p>
            <a:pPr marL="50800" indent="0">
              <a:buNone/>
            </a:pPr>
            <a:r>
              <a:rPr lang="en-US" sz="2400" dirty="0"/>
              <a:t>Starter </a:t>
            </a:r>
            <a:r>
              <a:rPr lang="en-US" sz="2400" dirty="0" err="1"/>
              <a:t>Pokemon</a:t>
            </a:r>
            <a:r>
              <a:rPr lang="en-US" sz="2400" dirty="0"/>
              <a:t> Selection		Story Menu</a:t>
            </a:r>
          </a:p>
        </p:txBody>
      </p:sp>
      <p:sp>
        <p:nvSpPr>
          <p:cNvPr id="4" name="Slide Number Placeholder 3">
            <a:extLst>
              <a:ext uri="{FF2B5EF4-FFF2-40B4-BE49-F238E27FC236}">
                <a16:creationId xmlns:a16="http://schemas.microsoft.com/office/drawing/2014/main" id="{AE1A1D85-981F-A4FE-339C-9018E4EEE1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6" name="Picture 5">
            <a:extLst>
              <a:ext uri="{FF2B5EF4-FFF2-40B4-BE49-F238E27FC236}">
                <a16:creationId xmlns:a16="http://schemas.microsoft.com/office/drawing/2014/main" id="{C672AFB1-754F-F4F8-033D-185701828053}"/>
              </a:ext>
            </a:extLst>
          </p:cNvPr>
          <p:cNvPicPr>
            <a:picLocks noChangeAspect="1"/>
          </p:cNvPicPr>
          <p:nvPr/>
        </p:nvPicPr>
        <p:blipFill>
          <a:blip r:embed="rId2"/>
          <a:stretch>
            <a:fillRect/>
          </a:stretch>
        </p:blipFill>
        <p:spPr>
          <a:xfrm>
            <a:off x="752782" y="1668596"/>
            <a:ext cx="4000500" cy="4533900"/>
          </a:xfrm>
          <a:prstGeom prst="rect">
            <a:avLst/>
          </a:prstGeom>
        </p:spPr>
      </p:pic>
      <p:pic>
        <p:nvPicPr>
          <p:cNvPr id="8" name="Picture 7">
            <a:extLst>
              <a:ext uri="{FF2B5EF4-FFF2-40B4-BE49-F238E27FC236}">
                <a16:creationId xmlns:a16="http://schemas.microsoft.com/office/drawing/2014/main" id="{52D06A62-F05C-DBF3-7836-CBAF2DB7B4A0}"/>
              </a:ext>
            </a:extLst>
          </p:cNvPr>
          <p:cNvPicPr>
            <a:picLocks noChangeAspect="1"/>
          </p:cNvPicPr>
          <p:nvPr/>
        </p:nvPicPr>
        <p:blipFill>
          <a:blip r:embed="rId3"/>
          <a:stretch>
            <a:fillRect/>
          </a:stretch>
        </p:blipFill>
        <p:spPr>
          <a:xfrm>
            <a:off x="6096000" y="1668596"/>
            <a:ext cx="4000500" cy="4076700"/>
          </a:xfrm>
          <a:prstGeom prst="rect">
            <a:avLst/>
          </a:prstGeom>
        </p:spPr>
      </p:pic>
    </p:spTree>
    <p:extLst>
      <p:ext uri="{BB962C8B-B14F-4D97-AF65-F5344CB8AC3E}">
        <p14:creationId xmlns:p14="http://schemas.microsoft.com/office/powerpoint/2010/main" val="3668167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C283F-8AC3-E173-91EF-651A63AF31E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UI DESIGN</a:t>
            </a:r>
            <a:endParaRPr lang="en-US" dirty="0"/>
          </a:p>
        </p:txBody>
      </p:sp>
      <p:sp>
        <p:nvSpPr>
          <p:cNvPr id="3" name="Text Placeholder 2">
            <a:extLst>
              <a:ext uri="{FF2B5EF4-FFF2-40B4-BE49-F238E27FC236}">
                <a16:creationId xmlns:a16="http://schemas.microsoft.com/office/drawing/2014/main" id="{8CFFD54F-AD6E-2FDB-7AC2-6B5B34DD50B3}"/>
              </a:ext>
            </a:extLst>
          </p:cNvPr>
          <p:cNvSpPr>
            <a:spLocks noGrp="1"/>
          </p:cNvSpPr>
          <p:nvPr>
            <p:ph type="body" idx="1"/>
          </p:nvPr>
        </p:nvSpPr>
        <p:spPr>
          <a:xfrm>
            <a:off x="381614" y="1074056"/>
            <a:ext cx="10515600" cy="5128439"/>
          </a:xfrm>
        </p:spPr>
        <p:txBody>
          <a:bodyPr/>
          <a:lstStyle/>
          <a:p>
            <a:pPr marL="50800" indent="0">
              <a:buNone/>
            </a:pPr>
            <a:r>
              <a:rPr lang="en-US" dirty="0" err="1">
                <a:latin typeface="+mj-lt"/>
              </a:rPr>
              <a:t>Pokemon</a:t>
            </a:r>
            <a:r>
              <a:rPr lang="en-US" dirty="0">
                <a:latin typeface="+mj-lt"/>
              </a:rPr>
              <a:t> Battle (</a:t>
            </a:r>
            <a:r>
              <a:rPr lang="en-US" dirty="0" err="1">
                <a:latin typeface="+mj-lt"/>
              </a:rPr>
              <a:t>PvE</a:t>
            </a:r>
            <a:r>
              <a:rPr lang="en-US" dirty="0">
                <a:latin typeface="+mj-lt"/>
              </a:rPr>
              <a:t>)			</a:t>
            </a:r>
            <a:r>
              <a:rPr lang="en-US" dirty="0" err="1">
                <a:latin typeface="+mj-lt"/>
              </a:rPr>
              <a:t>Pokemon</a:t>
            </a:r>
            <a:r>
              <a:rPr lang="en-US" dirty="0">
                <a:latin typeface="+mj-lt"/>
              </a:rPr>
              <a:t> Battle (PvP)</a:t>
            </a:r>
          </a:p>
        </p:txBody>
      </p:sp>
      <p:sp>
        <p:nvSpPr>
          <p:cNvPr id="4" name="Slide Number Placeholder 3">
            <a:extLst>
              <a:ext uri="{FF2B5EF4-FFF2-40B4-BE49-F238E27FC236}">
                <a16:creationId xmlns:a16="http://schemas.microsoft.com/office/drawing/2014/main" id="{04F51700-0966-FF67-496D-0AFA1C4A56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6" name="Picture 5">
            <a:extLst>
              <a:ext uri="{FF2B5EF4-FFF2-40B4-BE49-F238E27FC236}">
                <a16:creationId xmlns:a16="http://schemas.microsoft.com/office/drawing/2014/main" id="{7695529B-DF04-5B5A-60F1-C03E6C72418A}"/>
              </a:ext>
            </a:extLst>
          </p:cNvPr>
          <p:cNvPicPr>
            <a:picLocks noChangeAspect="1"/>
          </p:cNvPicPr>
          <p:nvPr/>
        </p:nvPicPr>
        <p:blipFill>
          <a:blip r:embed="rId2"/>
          <a:stretch>
            <a:fillRect/>
          </a:stretch>
        </p:blipFill>
        <p:spPr>
          <a:xfrm>
            <a:off x="271001" y="1755663"/>
            <a:ext cx="4000500" cy="3771900"/>
          </a:xfrm>
          <a:prstGeom prst="rect">
            <a:avLst/>
          </a:prstGeom>
        </p:spPr>
      </p:pic>
      <p:pic>
        <p:nvPicPr>
          <p:cNvPr id="8" name="Picture 7">
            <a:extLst>
              <a:ext uri="{FF2B5EF4-FFF2-40B4-BE49-F238E27FC236}">
                <a16:creationId xmlns:a16="http://schemas.microsoft.com/office/drawing/2014/main" id="{95DC5110-3E23-F38F-4B73-B8449D2D107E}"/>
              </a:ext>
            </a:extLst>
          </p:cNvPr>
          <p:cNvPicPr>
            <a:picLocks noChangeAspect="1"/>
          </p:cNvPicPr>
          <p:nvPr/>
        </p:nvPicPr>
        <p:blipFill>
          <a:blip r:embed="rId3"/>
          <a:stretch>
            <a:fillRect/>
          </a:stretch>
        </p:blipFill>
        <p:spPr>
          <a:xfrm>
            <a:off x="5788128" y="1573897"/>
            <a:ext cx="3082976" cy="4433613"/>
          </a:xfrm>
          <a:prstGeom prst="rect">
            <a:avLst/>
          </a:prstGeom>
        </p:spPr>
      </p:pic>
    </p:spTree>
    <p:extLst>
      <p:ext uri="{BB962C8B-B14F-4D97-AF65-F5344CB8AC3E}">
        <p14:creationId xmlns:p14="http://schemas.microsoft.com/office/powerpoint/2010/main" val="329158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4" name="Google Shape;144;p8"/>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mj-lt"/>
              </a:rPr>
              <a:t>CLASS DIAGRAM</a:t>
            </a:r>
            <a:endParaRPr dirty="0">
              <a:latin typeface="+mj-lt"/>
            </a:endParaRPr>
          </a:p>
        </p:txBody>
      </p:sp>
      <p:sp>
        <p:nvSpPr>
          <p:cNvPr id="145" name="Google Shape;145;p8"/>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Clr>
                <a:srgbClr val="002060"/>
              </a:buClr>
              <a:buSzPts val="2400"/>
              <a:buNone/>
            </a:pPr>
            <a:r>
              <a:rPr lang="en-US" sz="2400" dirty="0" err="1">
                <a:latin typeface="+mj-lt"/>
              </a:rPr>
              <a:t>BattleService</a:t>
            </a:r>
            <a:endParaRPr sz="2400" dirty="0">
              <a:latin typeface="+mj-lt"/>
            </a:endParaRPr>
          </a:p>
        </p:txBody>
      </p:sp>
      <p:sp>
        <p:nvSpPr>
          <p:cNvPr id="146" name="Google Shape;146;p8"/>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 name="Picture 2">
            <a:extLst>
              <a:ext uri="{FF2B5EF4-FFF2-40B4-BE49-F238E27FC236}">
                <a16:creationId xmlns:a16="http://schemas.microsoft.com/office/drawing/2014/main" id="{009E2C98-83EF-E763-18CA-1D1F241F489F}"/>
              </a:ext>
            </a:extLst>
          </p:cNvPr>
          <p:cNvPicPr>
            <a:picLocks noChangeAspect="1"/>
          </p:cNvPicPr>
          <p:nvPr/>
        </p:nvPicPr>
        <p:blipFill>
          <a:blip r:embed="rId3"/>
          <a:stretch>
            <a:fillRect/>
          </a:stretch>
        </p:blipFill>
        <p:spPr>
          <a:xfrm>
            <a:off x="330250" y="1951798"/>
            <a:ext cx="11252149" cy="3226471"/>
          </a:xfrm>
          <a:prstGeom prst="rect">
            <a:avLst/>
          </a:prstGeom>
        </p:spPr>
      </p:pic>
    </p:spTree>
    <p:extLst>
      <p:ext uri="{BB962C8B-B14F-4D97-AF65-F5344CB8AC3E}">
        <p14:creationId xmlns:p14="http://schemas.microsoft.com/office/powerpoint/2010/main" val="39279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E3ED9-F538-4699-1502-205D7C4F41C8}"/>
              </a:ext>
            </a:extLst>
          </p:cNvPr>
          <p:cNvSpPr>
            <a:spLocks noGrp="1"/>
          </p:cNvSpPr>
          <p:nvPr>
            <p:ph type="title"/>
          </p:nvPr>
        </p:nvSpPr>
        <p:spPr/>
        <p:txBody>
          <a:bodyPr/>
          <a:lstStyle/>
          <a:p>
            <a:r>
              <a:rPr lang="en-US" dirty="0"/>
              <a:t>CLASS DIAGRAM</a:t>
            </a:r>
          </a:p>
        </p:txBody>
      </p:sp>
      <p:sp>
        <p:nvSpPr>
          <p:cNvPr id="3" name="Text Placeholder 2">
            <a:extLst>
              <a:ext uri="{FF2B5EF4-FFF2-40B4-BE49-F238E27FC236}">
                <a16:creationId xmlns:a16="http://schemas.microsoft.com/office/drawing/2014/main" id="{4BBBFAED-B4A6-66B5-8524-CE1EC5283404}"/>
              </a:ext>
            </a:extLst>
          </p:cNvPr>
          <p:cNvSpPr>
            <a:spLocks noGrp="1"/>
          </p:cNvSpPr>
          <p:nvPr>
            <p:ph type="body" idx="1"/>
          </p:nvPr>
        </p:nvSpPr>
        <p:spPr/>
        <p:txBody>
          <a:bodyPr/>
          <a:lstStyle/>
          <a:p>
            <a:pPr marL="50800" indent="0">
              <a:buNone/>
            </a:pPr>
            <a:r>
              <a:rPr lang="en-US" dirty="0">
                <a:latin typeface="+mj-lt"/>
              </a:rPr>
              <a:t>PvP And Matchmaking</a:t>
            </a:r>
          </a:p>
        </p:txBody>
      </p:sp>
      <p:sp>
        <p:nvSpPr>
          <p:cNvPr id="4" name="Slide Number Placeholder 3">
            <a:extLst>
              <a:ext uri="{FF2B5EF4-FFF2-40B4-BE49-F238E27FC236}">
                <a16:creationId xmlns:a16="http://schemas.microsoft.com/office/drawing/2014/main" id="{7C6F16B7-870E-BE2D-7BF4-41874C7D34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6" name="Picture 5">
            <a:extLst>
              <a:ext uri="{FF2B5EF4-FFF2-40B4-BE49-F238E27FC236}">
                <a16:creationId xmlns:a16="http://schemas.microsoft.com/office/drawing/2014/main" id="{0B37929E-43B1-E9EF-F99F-4D5509852CD1}"/>
              </a:ext>
            </a:extLst>
          </p:cNvPr>
          <p:cNvPicPr>
            <a:picLocks noChangeAspect="1"/>
          </p:cNvPicPr>
          <p:nvPr/>
        </p:nvPicPr>
        <p:blipFill>
          <a:blip r:embed="rId2"/>
          <a:stretch>
            <a:fillRect/>
          </a:stretch>
        </p:blipFill>
        <p:spPr>
          <a:xfrm>
            <a:off x="3004628" y="1741374"/>
            <a:ext cx="6182744" cy="4295631"/>
          </a:xfrm>
          <a:prstGeom prst="rect">
            <a:avLst/>
          </a:prstGeom>
        </p:spPr>
      </p:pic>
    </p:spTree>
    <p:extLst>
      <p:ext uri="{BB962C8B-B14F-4D97-AF65-F5344CB8AC3E}">
        <p14:creationId xmlns:p14="http://schemas.microsoft.com/office/powerpoint/2010/main" val="38039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mj-lt"/>
              </a:rPr>
              <a:t>SEQUENCE DIAGRAM</a:t>
            </a:r>
            <a:endParaRPr dirty="0">
              <a:latin typeface="+mj-lt"/>
            </a:endParaRPr>
          </a:p>
        </p:txBody>
      </p:sp>
      <p:sp>
        <p:nvSpPr>
          <p:cNvPr id="153" name="Google Shape;153;p9"/>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Clr>
                <a:srgbClr val="002060"/>
              </a:buClr>
              <a:buSzPts val="2400"/>
              <a:buNone/>
            </a:pPr>
            <a:r>
              <a:rPr lang="en-US" sz="2400" dirty="0">
                <a:latin typeface="+mj-lt"/>
              </a:rPr>
              <a:t>Login</a:t>
            </a:r>
            <a:endParaRPr sz="2400" dirty="0">
              <a:latin typeface="+mj-lt"/>
            </a:endParaRPr>
          </a:p>
        </p:txBody>
      </p:sp>
      <p:sp>
        <p:nvSpPr>
          <p:cNvPr id="154" name="Google Shape;154;p9"/>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3" name="Picture 2">
            <a:extLst>
              <a:ext uri="{FF2B5EF4-FFF2-40B4-BE49-F238E27FC236}">
                <a16:creationId xmlns:a16="http://schemas.microsoft.com/office/drawing/2014/main" id="{914FB8FF-E526-F440-DEEC-6DED438013EC}"/>
              </a:ext>
            </a:extLst>
          </p:cNvPr>
          <p:cNvPicPr>
            <a:picLocks noChangeAspect="1"/>
          </p:cNvPicPr>
          <p:nvPr/>
        </p:nvPicPr>
        <p:blipFill>
          <a:blip r:embed="rId3"/>
          <a:stretch>
            <a:fillRect/>
          </a:stretch>
        </p:blipFill>
        <p:spPr>
          <a:xfrm>
            <a:off x="2129528" y="1448031"/>
            <a:ext cx="7736298" cy="4663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0319-F5A3-980C-C96E-BE5C4711BE7D}"/>
              </a:ext>
            </a:extLst>
          </p:cNvPr>
          <p:cNvSpPr>
            <a:spLocks noGrp="1"/>
          </p:cNvSpPr>
          <p:nvPr>
            <p:ph type="title"/>
          </p:nvPr>
        </p:nvSpPr>
        <p:spPr/>
        <p:txBody>
          <a:bodyPr/>
          <a:lstStyle/>
          <a:p>
            <a:r>
              <a:rPr lang="en-US" dirty="0"/>
              <a:t>SEQUENCE DIAGRAM</a:t>
            </a:r>
          </a:p>
        </p:txBody>
      </p:sp>
      <p:sp>
        <p:nvSpPr>
          <p:cNvPr id="3" name="Text Placeholder 2">
            <a:extLst>
              <a:ext uri="{FF2B5EF4-FFF2-40B4-BE49-F238E27FC236}">
                <a16:creationId xmlns:a16="http://schemas.microsoft.com/office/drawing/2014/main" id="{DAFA7742-DAC3-08C4-D073-42C56422C0AC}"/>
              </a:ext>
            </a:extLst>
          </p:cNvPr>
          <p:cNvSpPr>
            <a:spLocks noGrp="1"/>
          </p:cNvSpPr>
          <p:nvPr>
            <p:ph type="body" idx="1"/>
          </p:nvPr>
        </p:nvSpPr>
        <p:spPr/>
        <p:txBody>
          <a:bodyPr/>
          <a:lstStyle/>
          <a:p>
            <a:pPr marL="50800" indent="0">
              <a:buNone/>
            </a:pPr>
            <a:r>
              <a:rPr lang="en-US" dirty="0">
                <a:latin typeface="+mj-lt"/>
              </a:rPr>
              <a:t>Wild Battle				PvP Battle</a:t>
            </a:r>
          </a:p>
        </p:txBody>
      </p:sp>
      <p:sp>
        <p:nvSpPr>
          <p:cNvPr id="4" name="Slide Number Placeholder 3">
            <a:extLst>
              <a:ext uri="{FF2B5EF4-FFF2-40B4-BE49-F238E27FC236}">
                <a16:creationId xmlns:a16="http://schemas.microsoft.com/office/drawing/2014/main" id="{71FD4B78-4337-28BF-C4A0-864806DE4C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6" name="Picture 5">
            <a:extLst>
              <a:ext uri="{FF2B5EF4-FFF2-40B4-BE49-F238E27FC236}">
                <a16:creationId xmlns:a16="http://schemas.microsoft.com/office/drawing/2014/main" id="{9C8658C2-0957-6516-243A-4FF6AFA3DD8A}"/>
              </a:ext>
            </a:extLst>
          </p:cNvPr>
          <p:cNvPicPr>
            <a:picLocks noChangeAspect="1"/>
          </p:cNvPicPr>
          <p:nvPr/>
        </p:nvPicPr>
        <p:blipFill>
          <a:blip r:embed="rId2"/>
          <a:stretch>
            <a:fillRect/>
          </a:stretch>
        </p:blipFill>
        <p:spPr>
          <a:xfrm>
            <a:off x="838200" y="1809596"/>
            <a:ext cx="4056346" cy="4729316"/>
          </a:xfrm>
          <a:prstGeom prst="rect">
            <a:avLst/>
          </a:prstGeom>
        </p:spPr>
      </p:pic>
      <p:pic>
        <p:nvPicPr>
          <p:cNvPr id="8" name="Picture 7">
            <a:extLst>
              <a:ext uri="{FF2B5EF4-FFF2-40B4-BE49-F238E27FC236}">
                <a16:creationId xmlns:a16="http://schemas.microsoft.com/office/drawing/2014/main" id="{E77B1D31-0E9B-DF3F-E3E5-215299F0DAAC}"/>
              </a:ext>
            </a:extLst>
          </p:cNvPr>
          <p:cNvPicPr>
            <a:picLocks noChangeAspect="1"/>
          </p:cNvPicPr>
          <p:nvPr/>
        </p:nvPicPr>
        <p:blipFill>
          <a:blip r:embed="rId3"/>
          <a:stretch>
            <a:fillRect/>
          </a:stretch>
        </p:blipFill>
        <p:spPr>
          <a:xfrm>
            <a:off x="5270849" y="1885832"/>
            <a:ext cx="6481071" cy="4170839"/>
          </a:xfrm>
          <a:prstGeom prst="rect">
            <a:avLst/>
          </a:prstGeom>
        </p:spPr>
      </p:pic>
    </p:spTree>
    <p:extLst>
      <p:ext uri="{BB962C8B-B14F-4D97-AF65-F5344CB8AC3E}">
        <p14:creationId xmlns:p14="http://schemas.microsoft.com/office/powerpoint/2010/main" val="3381633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9C736-D5A8-A7DF-61CC-F16D64119640}"/>
              </a:ext>
            </a:extLst>
          </p:cNvPr>
          <p:cNvSpPr>
            <a:spLocks noGrp="1"/>
          </p:cNvSpPr>
          <p:nvPr>
            <p:ph type="title"/>
          </p:nvPr>
        </p:nvSpPr>
        <p:spPr/>
        <p:txBody>
          <a:bodyPr/>
          <a:lstStyle/>
          <a:p>
            <a:r>
              <a:rPr lang="en-US" dirty="0"/>
              <a:t>DATABASE TABLE RELATIONSHIP</a:t>
            </a:r>
          </a:p>
        </p:txBody>
      </p:sp>
      <p:sp>
        <p:nvSpPr>
          <p:cNvPr id="3" name="Text Placeholder 2">
            <a:extLst>
              <a:ext uri="{FF2B5EF4-FFF2-40B4-BE49-F238E27FC236}">
                <a16:creationId xmlns:a16="http://schemas.microsoft.com/office/drawing/2014/main" id="{F84F4AE6-005B-6353-C8BE-4843E4261B99}"/>
              </a:ext>
            </a:extLst>
          </p:cNvPr>
          <p:cNvSpPr>
            <a:spLocks noGrp="1"/>
          </p:cNvSpPr>
          <p:nvPr>
            <p:ph type="body" idx="1"/>
          </p:nvPr>
        </p:nvSpPr>
        <p:spPr/>
        <p:txBody>
          <a:bodyPr/>
          <a:lstStyle/>
          <a:p>
            <a:r>
              <a:rPr lang="en-US" dirty="0"/>
              <a:t>Database Table</a:t>
            </a:r>
          </a:p>
        </p:txBody>
      </p:sp>
      <p:sp>
        <p:nvSpPr>
          <p:cNvPr id="4" name="Slide Number Placeholder 3">
            <a:extLst>
              <a:ext uri="{FF2B5EF4-FFF2-40B4-BE49-F238E27FC236}">
                <a16:creationId xmlns:a16="http://schemas.microsoft.com/office/drawing/2014/main" id="{BF3EE4D5-3148-3934-ACA6-68B44DBD1D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6" name="Picture 5">
            <a:extLst>
              <a:ext uri="{FF2B5EF4-FFF2-40B4-BE49-F238E27FC236}">
                <a16:creationId xmlns:a16="http://schemas.microsoft.com/office/drawing/2014/main" id="{574F4A89-0940-C420-97B8-6063A0FACFD0}"/>
              </a:ext>
            </a:extLst>
          </p:cNvPr>
          <p:cNvPicPr>
            <a:picLocks noChangeAspect="1"/>
          </p:cNvPicPr>
          <p:nvPr/>
        </p:nvPicPr>
        <p:blipFill>
          <a:blip r:embed="rId2"/>
          <a:stretch>
            <a:fillRect/>
          </a:stretch>
        </p:blipFill>
        <p:spPr>
          <a:xfrm>
            <a:off x="5410658" y="1251762"/>
            <a:ext cx="3113909" cy="5228497"/>
          </a:xfrm>
          <a:prstGeom prst="rect">
            <a:avLst/>
          </a:prstGeom>
        </p:spPr>
      </p:pic>
    </p:spTree>
    <p:extLst>
      <p:ext uri="{BB962C8B-B14F-4D97-AF65-F5344CB8AC3E}">
        <p14:creationId xmlns:p14="http://schemas.microsoft.com/office/powerpoint/2010/main" val="297622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Arial" panose="020B0604020202020204" pitchFamily="34" charset="0"/>
                <a:cs typeface="Arial" panose="020B0604020202020204" pitchFamily="34" charset="0"/>
              </a:rPr>
              <a:t>ENTITY RELATIONSHIP DIAGRAM</a:t>
            </a:r>
            <a:endParaRPr dirty="0">
              <a:latin typeface="Arial" panose="020B0604020202020204" pitchFamily="34" charset="0"/>
              <a:cs typeface="Arial" panose="020B0604020202020204" pitchFamily="34" charset="0"/>
            </a:endParaRPr>
          </a:p>
        </p:txBody>
      </p:sp>
      <p:sp>
        <p:nvSpPr>
          <p:cNvPr id="161" name="Google Shape;161;p10"/>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Clr>
                <a:srgbClr val="002060"/>
              </a:buClr>
              <a:buSzPts val="2400"/>
              <a:buNone/>
            </a:pPr>
            <a:r>
              <a:rPr lang="en-US" sz="2400" dirty="0">
                <a:latin typeface="+mj-lt"/>
              </a:rPr>
              <a:t>Entity Relationship Diagram</a:t>
            </a:r>
            <a:endParaRPr sz="2400" dirty="0">
              <a:latin typeface="+mj-lt"/>
            </a:endParaRPr>
          </a:p>
        </p:txBody>
      </p:sp>
      <p:sp>
        <p:nvSpPr>
          <p:cNvPr id="162" name="Google Shape;162;p10"/>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3" name="Picture 2">
            <a:extLst>
              <a:ext uri="{FF2B5EF4-FFF2-40B4-BE49-F238E27FC236}">
                <a16:creationId xmlns:a16="http://schemas.microsoft.com/office/drawing/2014/main" id="{BA4DEE79-E5C7-F1FF-C504-EE73BAF11DB6}"/>
              </a:ext>
            </a:extLst>
          </p:cNvPr>
          <p:cNvPicPr>
            <a:picLocks noChangeAspect="1"/>
          </p:cNvPicPr>
          <p:nvPr/>
        </p:nvPicPr>
        <p:blipFill>
          <a:blip r:embed="rId3"/>
          <a:stretch>
            <a:fillRect/>
          </a:stretch>
        </p:blipFill>
        <p:spPr>
          <a:xfrm>
            <a:off x="3197612" y="1455174"/>
            <a:ext cx="5775979" cy="49076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sp>
        <p:nvSpPr>
          <p:cNvPr id="176" name="Google Shape;176;p12"/>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sz="2800" dirty="0">
                <a:latin typeface="+mj-lt"/>
              </a:rPr>
              <a:t>TASK ASSIGNMENT (TO EACH GROUP MEMBER)</a:t>
            </a:r>
            <a:endParaRPr sz="2800" dirty="0">
              <a:latin typeface="+mj-lt"/>
            </a:endParaRPr>
          </a:p>
        </p:txBody>
      </p:sp>
      <p:sp>
        <p:nvSpPr>
          <p:cNvPr id="177" name="Google Shape;177;p12"/>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495300" indent="-342900">
              <a:lnSpc>
                <a:spcPct val="120000"/>
              </a:lnSpc>
              <a:spcBef>
                <a:spcPts val="0"/>
              </a:spcBef>
              <a:buSzPts val="2400"/>
            </a:pPr>
            <a:r>
              <a:rPr lang="en-US" sz="2400" dirty="0">
                <a:latin typeface="+mj-lt"/>
              </a:rPr>
              <a:t>Tasks in each working week</a:t>
            </a:r>
          </a:p>
          <a:p>
            <a:pPr marL="495300" indent="-342900">
              <a:lnSpc>
                <a:spcPct val="120000"/>
              </a:lnSpc>
              <a:spcBef>
                <a:spcPts val="0"/>
              </a:spcBef>
              <a:buSzPts val="2400"/>
            </a:pPr>
            <a:r>
              <a:rPr lang="en-US" sz="2400" dirty="0">
                <a:latin typeface="+mj-lt"/>
              </a:rPr>
              <a:t>Week 1 (x - y): Doing something</a:t>
            </a:r>
          </a:p>
          <a:p>
            <a:pPr marL="495300" indent="-342900">
              <a:lnSpc>
                <a:spcPct val="120000"/>
              </a:lnSpc>
              <a:spcBef>
                <a:spcPts val="0"/>
              </a:spcBef>
              <a:buSzPts val="2400"/>
            </a:pPr>
            <a:r>
              <a:rPr lang="en-US" sz="2400" dirty="0">
                <a:latin typeface="+mj-lt"/>
              </a:rPr>
              <a:t>Week 2….</a:t>
            </a:r>
            <a:endParaRPr sz="2400" dirty="0">
              <a:latin typeface="+mj-lt"/>
            </a:endParaRPr>
          </a:p>
        </p:txBody>
      </p:sp>
      <p:sp>
        <p:nvSpPr>
          <p:cNvPr id="178" name="Google Shape;178;p12"/>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3"/>
          <p:cNvSpPr txBox="1">
            <a:spLocks noGrp="1"/>
          </p:cNvSpPr>
          <p:nvPr>
            <p:ph type="title"/>
          </p:nvPr>
        </p:nvSpPr>
        <p:spPr>
          <a:xfrm>
            <a:off x="163103" y="263301"/>
            <a:ext cx="11844998" cy="6635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Helvetica Neue Light"/>
              <a:buNone/>
            </a:pPr>
            <a:r>
              <a:rPr lang="en-US" dirty="0">
                <a:latin typeface="Arial" panose="020B0604020202020204" pitchFamily="34" charset="0"/>
                <a:cs typeface="Arial" panose="020B0604020202020204" pitchFamily="34" charset="0"/>
              </a:rPr>
              <a:t>EXPERIENCE LEARNED</a:t>
            </a:r>
            <a:endParaRPr dirty="0">
              <a:latin typeface="Arial" panose="020B0604020202020204" pitchFamily="34" charset="0"/>
              <a:cs typeface="Arial" panose="020B0604020202020204" pitchFamily="34" charset="0"/>
            </a:endParaRPr>
          </a:p>
        </p:txBody>
      </p:sp>
      <p:sp>
        <p:nvSpPr>
          <p:cNvPr id="185" name="Google Shape;185;p13"/>
          <p:cNvSpPr txBox="1">
            <a:spLocks noGrp="1"/>
          </p:cNvSpPr>
          <p:nvPr>
            <p:ph type="body" idx="1"/>
          </p:nvPr>
        </p:nvSpPr>
        <p:spPr>
          <a:xfrm>
            <a:off x="165729" y="1074057"/>
            <a:ext cx="11844997" cy="5411149"/>
          </a:xfrm>
          <a:prstGeom prst="rect">
            <a:avLst/>
          </a:prstGeom>
          <a:noFill/>
          <a:ln>
            <a:noFill/>
          </a:ln>
        </p:spPr>
        <p:txBody>
          <a:bodyPr spcFirstLastPara="1" wrap="square" lIns="91425" tIns="45700" rIns="91425" bIns="45700" anchor="t" anchorCtr="0">
            <a:normAutofit/>
          </a:bodyPr>
          <a:lstStyle/>
          <a:p>
            <a:pPr marL="495300" indent="-342900">
              <a:lnSpc>
                <a:spcPct val="120000"/>
              </a:lnSpc>
              <a:spcBef>
                <a:spcPts val="0"/>
              </a:spcBef>
              <a:buSzPts val="2400"/>
            </a:pPr>
            <a:r>
              <a:rPr lang="en-US" sz="2400" dirty="0">
                <a:latin typeface="+mj-lt"/>
              </a:rPr>
              <a:t>Good thing</a:t>
            </a:r>
          </a:p>
          <a:p>
            <a:pPr marL="495300" indent="-342900">
              <a:lnSpc>
                <a:spcPct val="120000"/>
              </a:lnSpc>
              <a:spcBef>
                <a:spcPts val="0"/>
              </a:spcBef>
              <a:buSzPts val="2400"/>
            </a:pPr>
            <a:r>
              <a:rPr lang="en-US" sz="2400" dirty="0">
                <a:latin typeface="+mj-lt"/>
              </a:rPr>
              <a:t>Bad thing</a:t>
            </a:r>
          </a:p>
        </p:txBody>
      </p:sp>
      <p:sp>
        <p:nvSpPr>
          <p:cNvPr id="186" name="Google Shape;186;p13"/>
          <p:cNvSpPr txBox="1">
            <a:spLocks noGrp="1"/>
          </p:cNvSpPr>
          <p:nvPr>
            <p:ph type="sldNum" idx="12"/>
          </p:nvPr>
        </p:nvSpPr>
        <p:spPr>
          <a:xfrm>
            <a:off x="10654642" y="6517962"/>
            <a:ext cx="13534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14"/>
          <p:cNvPicPr preferRelativeResize="0"/>
          <p:nvPr/>
        </p:nvPicPr>
        <p:blipFill rotWithShape="1">
          <a:blip r:embed="rId3">
            <a:alphaModFix/>
          </a:blip>
          <a:srcRect/>
          <a:stretch/>
        </p:blipFill>
        <p:spPr>
          <a:xfrm>
            <a:off x="4440837" y="1664596"/>
            <a:ext cx="3310326" cy="35288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5"/>
          <p:cNvSpPr txBox="1"/>
          <p:nvPr/>
        </p:nvSpPr>
        <p:spPr>
          <a:xfrm>
            <a:off x="314179" y="2644170"/>
            <a:ext cx="11563642"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600" b="0" i="0" u="none" strike="noStrike" cap="none" dirty="0">
                <a:solidFill>
                  <a:schemeClr val="lt1"/>
                </a:solidFill>
                <a:latin typeface="+mj-lt"/>
                <a:ea typeface="Helvetica Neue Light"/>
                <a:cs typeface="Helvetica Neue Light"/>
                <a:sym typeface="Helvetica Neue Light"/>
              </a:rPr>
              <a:t>Q &amp; A</a:t>
            </a:r>
            <a:endParaRPr dirty="0">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VTCA-Slide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TotalTime>
  <Words>454</Words>
  <Application>Microsoft Office PowerPoint</Application>
  <PresentationFormat>Widescreen</PresentationFormat>
  <Paragraphs>103</Paragraphs>
  <Slides>21</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Helvetica Neue</vt:lpstr>
      <vt:lpstr>Arial</vt:lpstr>
      <vt:lpstr>Helvetica Neue Light</vt:lpstr>
      <vt:lpstr>VTCA-SlideTheme</vt:lpstr>
      <vt:lpstr>Pokemon Game</vt:lpstr>
      <vt:lpstr>OBJECTIVES</vt:lpstr>
      <vt:lpstr>INTRODUCTION TO PROJECT</vt:lpstr>
      <vt:lpstr>CUSTOMER REQUIREMENTS</vt:lpstr>
      <vt:lpstr>USE CASE</vt:lpstr>
      <vt:lpstr>ACTIVITY DIAGRAM</vt:lpstr>
      <vt:lpstr>ACTIVITY DIAGRAM</vt:lpstr>
      <vt:lpstr>ACTIVITY DIAGRAM</vt:lpstr>
      <vt:lpstr>UI DESIGN</vt:lpstr>
      <vt:lpstr>UI DESIGN</vt:lpstr>
      <vt:lpstr>UI DESIGN</vt:lpstr>
      <vt:lpstr>CLASS DIAGRAM</vt:lpstr>
      <vt:lpstr>CLASS DIAGRAM</vt:lpstr>
      <vt:lpstr>SEQUENCE DIAGRAM</vt:lpstr>
      <vt:lpstr>SEQUENCE DIAGRAM</vt:lpstr>
      <vt:lpstr>DATABASE TABLE RELATIONSHIP</vt:lpstr>
      <vt:lpstr>ENTITY RELATIONSHIP DIAGRAM</vt:lpstr>
      <vt:lpstr>TASK ASSIGNMENT (TO EACH GROUP MEMBER)</vt:lpstr>
      <vt:lpstr>EXPERIENCE LEARNED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sinhnx@vtc.edu.vn</dc:creator>
  <cp:lastModifiedBy>Nhã Bùi Đăng</cp:lastModifiedBy>
  <cp:revision>35</cp:revision>
  <dcterms:created xsi:type="dcterms:W3CDTF">2019-05-17T12:57:33Z</dcterms:created>
  <dcterms:modified xsi:type="dcterms:W3CDTF">2026-04-11T10:27:00Z</dcterms:modified>
</cp:coreProperties>
</file>