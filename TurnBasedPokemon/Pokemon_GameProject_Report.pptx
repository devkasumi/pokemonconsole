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Pokemon Console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Project Requirements &amp;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Project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A console-based Pokemon adventure game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Features: Registration, Login, Story exploration, Battles, Item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Turn-based battle system with NPC trainers, Gym Leaders, Elite Four, Champion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Save/Load game progress to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PvP support with battle matchmaking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• Inventory system for items (Healing, Capture) and Pokemon team management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Core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1. User Authentication - Login and registration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2. Story Mode - Multiple phases with locations and NPCs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3. Battle System - Turn-based combat with type advantages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4. Pokemon Management - Team building and evolution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5. Item System - Healing items, Pokeballs, quest items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6. Experience &amp; Leveling - Pokemon gain EXP and level up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7. Pokedex - Track encountered and caught Pokemon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8. Save/Load - Manual game progress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9. PvP Mode - Online player vs player battles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Main Actors &amp; Use Cases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Actors: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Player - Main actor, explores world and battles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NPC - Gym Leaders, Elite Four, Champion, Trainers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Key Use Cases (18 total):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UC1: Register / Login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UC2-UC11: Story exploration, battles, items, NPC interaction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UC12: Pokemon level up and evolution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UC13: Heal team at Pokemon Center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UC14-UC16: Challenge Gym Leader / League / Trainer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UC17: Select starter Pokemon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UC18: Save/Load game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Layered Architecture: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▸ Presentation Layer - Console UI (LoginScreen, BattleScreen, StoryScreen)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▸ Application Layer - Business logic (BattleService, StoryService)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▸ Domain Layer - Core entities (Player, Pokemon, NPC, Items)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▸ Infrastructure Layer - Persistence (DB repos, File I/O)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Key Services: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GameSession - Manages user, player, and battle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BattleService - Handles turn-based combat logic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StoryService - World generation and narrative management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Database Structure (7 Tables)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Dynamic Data (User Progress):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users - User accounts (Id, Username, Password)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players - Player progress (UserId, CurrentPhase, Badges, Inventory)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pokemons - Individual Pokemon (PlayerId, Level, HP, Moves, Status)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Static Data (Game Configuration):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pokedex - Pokemon species and base stats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items - Item definitions (Healing, Capture, General)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game_phases - Story chapters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locations - Areas with wild encounters and NPCs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Table: users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12573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AUTO_INCREMENT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VARCHAR(50)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UQ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NULL, UNIQUE</a:t>
                      </a:r>
                    </a:p>
                  </a:txBody>
                  <a:tcPr/>
                </a:tc>
              </a:tr>
              <a:tr h="12573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VARCHAR(255)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Table: players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62865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UserId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PK,FK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FOREIGN KEY (users.Id)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CurrentPhase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DEFAULT 1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CurrentLocation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VARCHAR(100)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Badges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JSON array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IsChampion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TINYINT(1)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PvPWins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DEFAULT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76D2"/>
                </a:solidFill>
              </a:defRPr>
            </a:pPr>
            <a:r>
              <a:t>Table: pokemons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188720"/>
          <a:ext cx="80467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011680"/>
              </a:tblGrid>
              <a:tr h="558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Key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Constraint</a:t>
                      </a:r>
                    </a:p>
                  </a:txBody>
                  <a:tcPr>
                    <a:solidFill>
                      <a:srgbClr val="1976D2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AUTO_INCREMENT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PlayerId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FOREIGN KEY (players)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SpeciesId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References pokedex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CurrentHP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MaxHP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NOT NULL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IsFainted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TINYINT(1)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0=False, 1=True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MovesData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121"/>
                          </a:solidFill>
                        </a:defRPr>
                      </a:pPr>
                      <a:r>
                        <a:t>JSON array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Class Diagram - Key Classes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Core Entities: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User - Account data (Username, Password)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Player - Game progress (Name, Phase, Location, Team, Inventory)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Pokemon - Individual Pokemon (Level, HP, Stats, Moves, Status)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PokemonSpecies - Species data (Name, BaseStats, Moveset, CatchRate)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Support Classes: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Item, HealingItem, CaptureItem - Inheritance hierarchy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Inventory - Manages item collection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NPC, Trainer - Battle opponents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Core Services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GameSession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Manages current user, player, battle state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Handles login, load/save progress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BattleService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Turn-based battle execution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Damage calculation, experience rewards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StoryService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World exploration and movement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Wild Pokemon encounters, NPC battles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Gym Leader and League challenges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Data Relationships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users (1) ──────→ (1) players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└─→ Foreign Key CASCADE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players (1) ──────→ (*) pokemons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 └─→ Foreign Key CASCADE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pokemons (*) ────→ (1) pokedex (species reference)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game_phases (1) ─→ (*) locations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        └─→ Foreign Key CASCADE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All JSON fields support complex nested data structures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Testing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Unit Tests: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Login validation, Pokemon stat calculations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Damage formula, experience gain, leveling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Integration Tests: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Battle sequences, NPC encounters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Save/load persistence to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Test Coverage Areas: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Authentication and authorization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Battle mechanics and type advantages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Item usage and inventory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NPC interactions and dialogue flow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Installation &amp; Deployment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Requirements: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.NET SDK (Version 9.0+)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MySQL Server for database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• Visual Studio Code or Visual Studio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Setup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1. Clone repository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2. Run PokemonDB.sql to initialize database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3. Configure connection string in appsettings.json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4. Build and run: dotnet run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  5. Launch console application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976D2"/>
                </a:solidFill>
              </a:defRPr>
            </a:pPr>
            <a:r>
              <a:t>Project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0"/>
          </a:xfrm>
          <a:prstGeom prst="rect">
            <a:avLst/>
          </a:prstGeom>
          <a:ln w="25400">
            <a:solidFill>
              <a:srgbClr val="F443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772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Comprehensive Pokemon console game with 18 use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Layered architecture with clean separation of concerns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Database design supporting 7 tables (dynamic + static data)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Turn-based battle system with type advantages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NPC interactions including Gym Leaders, Elite Four, Champion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Player progression with Pokemon team management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Save/Load functionality for progress persistence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212121"/>
                </a:solidFill>
              </a:defRPr>
            </a:pPr>
            <a:r>
              <a:t>✓ Ready for implementation and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