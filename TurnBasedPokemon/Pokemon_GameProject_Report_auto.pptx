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400"/>
            </a:pPr>
            <a:r>
              <a:t>General requirements: (no image found)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439" y="914400"/>
            <a:ext cx="7325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kemonDB_Table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475" y="914400"/>
            <a:ext cx="321304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kemon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274" y="914400"/>
            <a:ext cx="634945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licationLayer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89724"/>
            <a:ext cx="8046720" cy="1644312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ttle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74695"/>
            <a:ext cx="8046720" cy="2274369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tchAndAuth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72734"/>
            <a:ext cx="8046719" cy="207829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mainLayerEnt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704" y="914400"/>
            <a:ext cx="517659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pAndHealing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00720"/>
            <a:ext cx="8046720" cy="2222319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leAndWorldGen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98130"/>
            <a:ext cx="8046719" cy="26275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frastructureLayerReposi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12729"/>
            <a:ext cx="8046720" cy="998302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yerInteraction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2672"/>
            <a:ext cx="8046720" cy="319841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workAndMatchmaking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90" y="914400"/>
            <a:ext cx="776501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kemonGame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5513"/>
            <a:ext cx="8046720" cy="2052734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Layer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7293"/>
            <a:ext cx="8046720" cy="2449173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ory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65153"/>
            <a:ext cx="8046720" cy="44934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