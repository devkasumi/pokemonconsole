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345" r:id="rId4"/>
    <p:sldId id="346"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Project Report</a:t>
            </a:r>
          </a:p>
        </p:txBody>
      </p:sp>
      <p:sp>
        <p:nvSpPr>
          <p:cNvPr id="3" name="Subtitle 2"/>
          <p:cNvSpPr>
            <a:spLocks noGrp="1"/>
          </p:cNvSpPr>
          <p:nvPr>
            <p:ph type="subTitle" idx="1"/>
          </p:nvPr>
        </p:nvSpPr>
        <p:spPr/>
        <p:txBody>
          <a:body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No general requirement image found</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339DF3-0DF8-0BDA-821C-589BB86AD4E3}"/>
              </a:ext>
            </a:extLst>
          </p:cNvPr>
          <p:cNvSpPr>
            <a:spLocks noGrp="1"/>
          </p:cNvSpPr>
          <p:nvPr>
            <p:ph idx="1"/>
          </p:nvPr>
        </p:nvSpPr>
        <p:spPr>
          <a:xfrm>
            <a:off x="457200" y="136358"/>
            <a:ext cx="8229600" cy="5989805"/>
          </a:xfrm>
        </p:spPr>
        <p:txBody>
          <a:bodyPr>
            <a:normAutofit fontScale="70000" lnSpcReduction="20000"/>
          </a:bodyPr>
          <a:lstStyle/>
          <a:p>
            <a:r>
              <a:rPr lang="en-US" dirty="0"/>
              <a:t>I. Project introduction</a:t>
            </a:r>
          </a:p>
          <a:p>
            <a:r>
              <a:rPr lang="en-US" dirty="0"/>
              <a:t>Overview</a:t>
            </a:r>
            <a:br>
              <a:rPr lang="en-US" dirty="0"/>
            </a:br>
            <a:r>
              <a:rPr lang="en-US" dirty="0"/>
              <a:t>This system is a Pokémon turn‑based game supporting player account management, story exploration, Pokémon collection and team management, turn‑based battles (</a:t>
            </a:r>
            <a:r>
              <a:rPr lang="en-US" dirty="0" err="1"/>
              <a:t>PvE</a:t>
            </a:r>
            <a:r>
              <a:rPr lang="en-US" dirty="0"/>
              <a:t> and PvP), and game persistence (save/load). Two primary actor roles are Player and PvP Server (for online matches). The system must reliably maintain game state, protect player data, and provide consistent battle mechanics.</a:t>
            </a:r>
          </a:p>
          <a:p>
            <a:r>
              <a:rPr lang="en-US" dirty="0"/>
              <a:t>Key features</a:t>
            </a:r>
          </a:p>
          <a:p>
            <a:pPr lvl="1"/>
            <a:r>
              <a:rPr lang="en-US" dirty="0"/>
              <a:t>Player account: register/login</a:t>
            </a:r>
          </a:p>
          <a:p>
            <a:pPr lvl="1"/>
            <a:r>
              <a:rPr lang="en-US" dirty="0"/>
              <a:t>Story and exploration: encounter wild Pokémon, interact with NPCs</a:t>
            </a:r>
          </a:p>
          <a:p>
            <a:pPr lvl="1"/>
            <a:r>
              <a:rPr lang="en-US" dirty="0"/>
              <a:t>Pokémon management: catch, heal, level up, evolve, manage team</a:t>
            </a:r>
          </a:p>
          <a:p>
            <a:pPr lvl="1"/>
            <a:r>
              <a:rPr lang="en-US" dirty="0"/>
              <a:t>Battles: wild encounters (</a:t>
            </a:r>
            <a:r>
              <a:rPr lang="en-US" dirty="0" err="1"/>
              <a:t>PvE</a:t>
            </a:r>
            <a:r>
              <a:rPr lang="en-US" dirty="0"/>
              <a:t>) and player-vs-player (PvP)</a:t>
            </a:r>
          </a:p>
          <a:p>
            <a:pPr lvl="1"/>
            <a:r>
              <a:rPr lang="en-US" dirty="0"/>
              <a:t>Matchmaking: join PvP queue and play online matches</a:t>
            </a:r>
          </a:p>
          <a:p>
            <a:pPr lvl="1"/>
            <a:r>
              <a:rPr lang="en-US" dirty="0"/>
              <a:t>Persistence: save and load game progress, view match history</a:t>
            </a:r>
          </a:p>
          <a:p>
            <a:pPr lvl="1"/>
            <a:r>
              <a:rPr lang="en-US" dirty="0"/>
              <a:t>Admin/Server-side: coordinate PvP matches and persistence</a:t>
            </a:r>
          </a:p>
          <a:p>
            <a:endParaRPr lang="en-US" dirty="0"/>
          </a:p>
        </p:txBody>
      </p:sp>
    </p:spTree>
    <p:extLst>
      <p:ext uri="{BB962C8B-B14F-4D97-AF65-F5344CB8AC3E}">
        <p14:creationId xmlns:p14="http://schemas.microsoft.com/office/powerpoint/2010/main" val="4165586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9FE1E8-BBAD-1DF4-4A8E-8C63A9B43FEC}"/>
              </a:ext>
            </a:extLst>
          </p:cNvPr>
          <p:cNvSpPr>
            <a:spLocks noGrp="1"/>
          </p:cNvSpPr>
          <p:nvPr>
            <p:ph idx="1"/>
          </p:nvPr>
        </p:nvSpPr>
        <p:spPr>
          <a:xfrm>
            <a:off x="457200" y="160422"/>
            <a:ext cx="8229600" cy="5965742"/>
          </a:xfrm>
        </p:spPr>
        <p:txBody>
          <a:bodyPr>
            <a:normAutofit fontScale="32500" lnSpcReduction="20000"/>
          </a:bodyPr>
          <a:lstStyle/>
          <a:p>
            <a:r>
              <a:rPr lang="en-US" dirty="0"/>
              <a:t>Proposed system</a:t>
            </a:r>
          </a:p>
          <a:p>
            <a:r>
              <a:rPr lang="en-US" dirty="0"/>
              <a:t>Implement game logic for players to explore, battle, catch, and manage Pokémon.</a:t>
            </a:r>
          </a:p>
          <a:p>
            <a:r>
              <a:rPr lang="en-US" dirty="0"/>
              <a:t>Implement server-side match coordination for PvP and persistence for saves and match history.</a:t>
            </a:r>
          </a:p>
          <a:p>
            <a:r>
              <a:rPr lang="en-US" dirty="0"/>
              <a:t>Project scope</a:t>
            </a:r>
          </a:p>
          <a:p>
            <a:r>
              <a:rPr lang="en-US" dirty="0"/>
              <a:t>Primary actors: Player, PvP Server (and optionally NPC/AI).</a:t>
            </a:r>
          </a:p>
          <a:p>
            <a:r>
              <a:rPr lang="en-US" dirty="0"/>
              <a:t>Scope: client-side gameplay flows (exploration, battles, inventory/team management), and backend capabilities for matchmaking and persistence.</a:t>
            </a:r>
          </a:p>
          <a:p>
            <a:r>
              <a:rPr lang="en-US" dirty="0"/>
              <a:t>System name</a:t>
            </a:r>
          </a:p>
          <a:p>
            <a:r>
              <a:rPr lang="en-US" dirty="0"/>
              <a:t>Pokémon Turn-Based Game System (or </a:t>
            </a:r>
            <a:r>
              <a:rPr lang="en-US" dirty="0" err="1"/>
              <a:t>TurnBasedPokemon</a:t>
            </a:r>
            <a:r>
              <a:rPr lang="en-US" dirty="0"/>
              <a:t>)</a:t>
            </a:r>
          </a:p>
          <a:p>
            <a:r>
              <a:rPr lang="en-US" dirty="0"/>
              <a:t>Deployment environment</a:t>
            </a:r>
          </a:p>
          <a:p>
            <a:r>
              <a:rPr lang="en-US" dirty="0"/>
              <a:t>Windows, Linux, macOS (desktop). Backend/services compatible with Linux servers.</a:t>
            </a:r>
          </a:p>
          <a:p>
            <a:r>
              <a:rPr lang="en-US" dirty="0"/>
              <a:t>Development tools</a:t>
            </a:r>
          </a:p>
          <a:p>
            <a:r>
              <a:rPr lang="en-US" dirty="0"/>
              <a:t>Visual Studio Code</a:t>
            </a:r>
          </a:p>
          <a:p>
            <a:r>
              <a:rPr lang="en-US" dirty="0" err="1"/>
              <a:t>PlantUML</a:t>
            </a:r>
            <a:r>
              <a:rPr lang="en-US" dirty="0"/>
              <a:t> / draw.io for diagrams</a:t>
            </a:r>
          </a:p>
          <a:p>
            <a:r>
              <a:rPr lang="en-US" dirty="0"/>
              <a:t>Python/.NET/your chosen runtime for game logic</a:t>
            </a:r>
          </a:p>
          <a:p>
            <a:r>
              <a:rPr lang="en-US" dirty="0"/>
              <a:t>MySQL / SQLite or other DB for persistence</a:t>
            </a:r>
          </a:p>
          <a:p>
            <a:r>
              <a:rPr lang="en-US" dirty="0"/>
              <a:t>python-pptx / other tooling for generating reports (optional)</a:t>
            </a:r>
          </a:p>
          <a:p>
            <a:r>
              <a:rPr lang="en-US" dirty="0"/>
              <a:t>Customer requirements (high-level)</a:t>
            </a:r>
          </a:p>
          <a:p>
            <a:r>
              <a:rPr lang="en-US" dirty="0"/>
              <a:t>Player registration and login</a:t>
            </a:r>
          </a:p>
          <a:p>
            <a:r>
              <a:rPr lang="en-US" dirty="0"/>
              <a:t>Display Pokémon list and details</a:t>
            </a:r>
          </a:p>
          <a:p>
            <a:r>
              <a:rPr lang="en-US" dirty="0"/>
              <a:t>Start and participate in battles (wild &amp; trainer/PvP)</a:t>
            </a:r>
          </a:p>
          <a:p>
            <a:r>
              <a:rPr lang="en-US" dirty="0"/>
              <a:t>Catch Pokémon and manage team</a:t>
            </a:r>
          </a:p>
          <a:p>
            <a:r>
              <a:rPr lang="en-US" dirty="0"/>
              <a:t>Use items and heal team</a:t>
            </a:r>
          </a:p>
          <a:p>
            <a:r>
              <a:rPr lang="en-US" dirty="0"/>
              <a:t>Save and load game progress</a:t>
            </a:r>
          </a:p>
          <a:p>
            <a:r>
              <a:rPr lang="en-US" dirty="0"/>
              <a:t>View match history</a:t>
            </a:r>
          </a:p>
          <a:p>
            <a:r>
              <a:rPr lang="en-US" dirty="0"/>
              <a:t>Join matchmaking and play PvP</a:t>
            </a:r>
          </a:p>
          <a:p>
            <a:r>
              <a:rPr lang="en-US" dirty="0"/>
              <a:t>Select starter Pokémon</a:t>
            </a:r>
          </a:p>
          <a:p>
            <a:r>
              <a:rPr lang="en-US" dirty="0"/>
              <a:t>Register new players</a:t>
            </a:r>
          </a:p>
          <a:p>
            <a:r>
              <a:rPr lang="en-US" dirty="0"/>
              <a:t>II. System requirements analysis (brief)</a:t>
            </a:r>
          </a:p>
          <a:p>
            <a:r>
              <a:rPr lang="en-US" dirty="0"/>
              <a:t>Purpose: provide a polished turn‑based Pokémon experience where players can progress, collect Pokémon, and compete. The system must reliably handle game state (transactions for saves and battle outcomes), enforce game rules for battles and captures, and protect player accounts/data. </a:t>
            </a:r>
            <a:r>
              <a:rPr lang="en-US"/>
              <a:t>The backend must coordinate PvP matches and provide persistence for saves and match history.</a:t>
            </a:r>
          </a:p>
          <a:p>
            <a:endParaRPr lang="en-US" dirty="0"/>
          </a:p>
        </p:txBody>
      </p:sp>
    </p:spTree>
    <p:extLst>
      <p:ext uri="{BB962C8B-B14F-4D97-AF65-F5344CB8AC3E}">
        <p14:creationId xmlns:p14="http://schemas.microsoft.com/office/powerpoint/2010/main" val="36629448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_Overview.png"/>
          <p:cNvPicPr>
            <a:picLocks noChangeAspect="1"/>
          </p:cNvPicPr>
          <p:nvPr/>
        </p:nvPicPr>
        <p:blipFill>
          <a:blip r:embed="rId2"/>
          <a:stretch>
            <a:fillRect/>
          </a:stretch>
        </p:blipFill>
        <p:spPr>
          <a:xfrm>
            <a:off x="909439" y="914400"/>
            <a:ext cx="7325121" cy="53949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_Login_Description.png"/>
          <p:cNvPicPr>
            <a:picLocks noChangeAspect="1"/>
          </p:cNvPicPr>
          <p:nvPr/>
        </p:nvPicPr>
        <p:blipFill>
          <a:blip r:embed="rId2"/>
          <a:stretch>
            <a:fillRect/>
          </a:stretch>
        </p:blipFill>
        <p:spPr>
          <a:xfrm>
            <a:off x="1543050" y="1011555"/>
            <a:ext cx="6057900" cy="52006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_Login_Activity.png"/>
          <p:cNvPicPr>
            <a:picLocks noChangeAspect="1"/>
          </p:cNvPicPr>
          <p:nvPr/>
        </p:nvPicPr>
        <p:blipFill>
          <a:blip r:embed="rId2"/>
          <a:stretch>
            <a:fillRect/>
          </a:stretch>
        </p:blipFill>
        <p:spPr>
          <a:xfrm>
            <a:off x="1101897" y="914400"/>
            <a:ext cx="6940205" cy="53949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_Login_Sequence.png"/>
          <p:cNvPicPr>
            <a:picLocks noChangeAspect="1"/>
          </p:cNvPicPr>
          <p:nvPr/>
        </p:nvPicPr>
        <p:blipFill>
          <a:blip r:embed="rId2"/>
          <a:stretch>
            <a:fillRect/>
          </a:stretch>
        </p:blipFill>
        <p:spPr>
          <a:xfrm>
            <a:off x="548640" y="1186724"/>
            <a:ext cx="8046720" cy="485031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_Login_TestCases.png"/>
          <p:cNvPicPr>
            <a:picLocks noChangeAspect="1"/>
          </p:cNvPicPr>
          <p:nvPr/>
        </p:nvPicPr>
        <p:blipFill>
          <a:blip r:embed="rId2"/>
          <a:stretch>
            <a:fillRect/>
          </a:stretch>
        </p:blipFill>
        <p:spPr>
          <a:xfrm>
            <a:off x="548640" y="1170638"/>
            <a:ext cx="8046720" cy="488248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2_BattleWild_Description.png"/>
          <p:cNvPicPr>
            <a:picLocks noChangeAspect="1"/>
          </p:cNvPicPr>
          <p:nvPr/>
        </p:nvPicPr>
        <p:blipFill>
          <a:blip r:embed="rId2"/>
          <a:stretch>
            <a:fillRect/>
          </a:stretch>
        </p:blipFill>
        <p:spPr>
          <a:xfrm>
            <a:off x="1402875" y="914400"/>
            <a:ext cx="6338250" cy="53949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2_BattleWild_Activity.png"/>
          <p:cNvPicPr>
            <a:picLocks noChangeAspect="1"/>
          </p:cNvPicPr>
          <p:nvPr/>
        </p:nvPicPr>
        <p:blipFill>
          <a:blip r:embed="rId2"/>
          <a:stretch>
            <a:fillRect/>
          </a:stretch>
        </p:blipFill>
        <p:spPr>
          <a:xfrm>
            <a:off x="2578008" y="914400"/>
            <a:ext cx="3987984" cy="53949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2_BattleWild_Sequence.png"/>
          <p:cNvPicPr>
            <a:picLocks noChangeAspect="1"/>
          </p:cNvPicPr>
          <p:nvPr/>
        </p:nvPicPr>
        <p:blipFill>
          <a:blip r:embed="rId2"/>
          <a:stretch>
            <a:fillRect/>
          </a:stretch>
        </p:blipFill>
        <p:spPr>
          <a:xfrm>
            <a:off x="2258365" y="914400"/>
            <a:ext cx="4627269" cy="53949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2_BattleWild_TestCases.png"/>
          <p:cNvPicPr>
            <a:picLocks noChangeAspect="1"/>
          </p:cNvPicPr>
          <p:nvPr/>
        </p:nvPicPr>
        <p:blipFill>
          <a:blip r:embed="rId2"/>
          <a:stretch>
            <a:fillRect/>
          </a:stretch>
        </p:blipFill>
        <p:spPr>
          <a:xfrm>
            <a:off x="548640" y="1950057"/>
            <a:ext cx="8046720" cy="332364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3_Catch_Description.png"/>
          <p:cNvPicPr>
            <a:picLocks noChangeAspect="1"/>
          </p:cNvPicPr>
          <p:nvPr/>
        </p:nvPicPr>
        <p:blipFill>
          <a:blip r:embed="rId2"/>
          <a:stretch>
            <a:fillRect/>
          </a:stretch>
        </p:blipFill>
        <p:spPr>
          <a:xfrm>
            <a:off x="1577890" y="914400"/>
            <a:ext cx="5988220" cy="53949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3_CatchPokemon_Activity.png"/>
          <p:cNvPicPr>
            <a:picLocks noChangeAspect="1"/>
          </p:cNvPicPr>
          <p:nvPr/>
        </p:nvPicPr>
        <p:blipFill>
          <a:blip r:embed="rId2"/>
          <a:stretch>
            <a:fillRect/>
          </a:stretch>
        </p:blipFill>
        <p:spPr>
          <a:xfrm>
            <a:off x="1513093" y="914400"/>
            <a:ext cx="6117814" cy="53949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3_CatchPokemon_Sequence.png"/>
          <p:cNvPicPr>
            <a:picLocks noChangeAspect="1"/>
          </p:cNvPicPr>
          <p:nvPr/>
        </p:nvPicPr>
        <p:blipFill>
          <a:blip r:embed="rId2"/>
          <a:stretch>
            <a:fillRect/>
          </a:stretch>
        </p:blipFill>
        <p:spPr>
          <a:xfrm>
            <a:off x="563843" y="914400"/>
            <a:ext cx="8016314" cy="53949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3_Catch_TestCases.png"/>
          <p:cNvPicPr>
            <a:picLocks noChangeAspect="1"/>
          </p:cNvPicPr>
          <p:nvPr/>
        </p:nvPicPr>
        <p:blipFill>
          <a:blip r:embed="rId2"/>
          <a:stretch>
            <a:fillRect/>
          </a:stretch>
        </p:blipFill>
        <p:spPr>
          <a:xfrm>
            <a:off x="1311973" y="914400"/>
            <a:ext cx="6520053" cy="53949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4_UseItems_Description.png"/>
          <p:cNvPicPr>
            <a:picLocks noChangeAspect="1"/>
          </p:cNvPicPr>
          <p:nvPr/>
        </p:nvPicPr>
        <p:blipFill>
          <a:blip r:embed="rId2"/>
          <a:stretch>
            <a:fillRect/>
          </a:stretch>
        </p:blipFill>
        <p:spPr>
          <a:xfrm>
            <a:off x="1624012" y="925830"/>
            <a:ext cx="5895975" cy="53721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4_UseItems_Activity.png"/>
          <p:cNvPicPr>
            <a:picLocks noChangeAspect="1"/>
          </p:cNvPicPr>
          <p:nvPr/>
        </p:nvPicPr>
        <p:blipFill>
          <a:blip r:embed="rId2"/>
          <a:stretch>
            <a:fillRect/>
          </a:stretch>
        </p:blipFill>
        <p:spPr>
          <a:xfrm>
            <a:off x="548640" y="1593615"/>
            <a:ext cx="8046720" cy="403652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4_UseItems_Sequence.png"/>
          <p:cNvPicPr>
            <a:picLocks noChangeAspect="1"/>
          </p:cNvPicPr>
          <p:nvPr/>
        </p:nvPicPr>
        <p:blipFill>
          <a:blip r:embed="rId2"/>
          <a:stretch>
            <a:fillRect/>
          </a:stretch>
        </p:blipFill>
        <p:spPr>
          <a:xfrm>
            <a:off x="723891" y="914400"/>
            <a:ext cx="7696217" cy="539496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4_UseItems_TestCases.png"/>
          <p:cNvPicPr>
            <a:picLocks noChangeAspect="1"/>
          </p:cNvPicPr>
          <p:nvPr/>
        </p:nvPicPr>
        <p:blipFill>
          <a:blip r:embed="rId2"/>
          <a:stretch>
            <a:fillRect/>
          </a:stretch>
        </p:blipFill>
        <p:spPr>
          <a:xfrm>
            <a:off x="548640" y="2045717"/>
            <a:ext cx="8046720" cy="313232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5_ManageTeam_Description.png"/>
          <p:cNvPicPr>
            <a:picLocks noChangeAspect="1"/>
          </p:cNvPicPr>
          <p:nvPr/>
        </p:nvPicPr>
        <p:blipFill>
          <a:blip r:embed="rId2"/>
          <a:stretch>
            <a:fillRect/>
          </a:stretch>
        </p:blipFill>
        <p:spPr>
          <a:xfrm>
            <a:off x="1509712" y="1092517"/>
            <a:ext cx="6124575" cy="503872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5_ManageTeam_Activity.png"/>
          <p:cNvPicPr>
            <a:picLocks noChangeAspect="1"/>
          </p:cNvPicPr>
          <p:nvPr/>
        </p:nvPicPr>
        <p:blipFill>
          <a:blip r:embed="rId2"/>
          <a:stretch>
            <a:fillRect/>
          </a:stretch>
        </p:blipFill>
        <p:spPr>
          <a:xfrm>
            <a:off x="1790700" y="1340167"/>
            <a:ext cx="5562600" cy="454342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5_ManageTeam_Sequence.png"/>
          <p:cNvPicPr>
            <a:picLocks noChangeAspect="1"/>
          </p:cNvPicPr>
          <p:nvPr/>
        </p:nvPicPr>
        <p:blipFill>
          <a:blip r:embed="rId2"/>
          <a:stretch>
            <a:fillRect/>
          </a:stretch>
        </p:blipFill>
        <p:spPr>
          <a:xfrm>
            <a:off x="1290637" y="1125855"/>
            <a:ext cx="6562725" cy="49720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5_ManageTeam_TestCases.png"/>
          <p:cNvPicPr>
            <a:picLocks noChangeAspect="1"/>
          </p:cNvPicPr>
          <p:nvPr/>
        </p:nvPicPr>
        <p:blipFill>
          <a:blip r:embed="rId2"/>
          <a:stretch>
            <a:fillRect/>
          </a:stretch>
        </p:blipFill>
        <p:spPr>
          <a:xfrm>
            <a:off x="548640" y="1855105"/>
            <a:ext cx="8046720" cy="351355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6_ExploreStory_Description.png"/>
          <p:cNvPicPr>
            <a:picLocks noChangeAspect="1"/>
          </p:cNvPicPr>
          <p:nvPr/>
        </p:nvPicPr>
        <p:blipFill>
          <a:blip r:embed="rId2"/>
          <a:stretch>
            <a:fillRect/>
          </a:stretch>
        </p:blipFill>
        <p:spPr>
          <a:xfrm>
            <a:off x="1469223" y="914400"/>
            <a:ext cx="6205554" cy="539496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6_ExploreStory_Activity.png"/>
          <p:cNvPicPr>
            <a:picLocks noChangeAspect="1"/>
          </p:cNvPicPr>
          <p:nvPr/>
        </p:nvPicPr>
        <p:blipFill>
          <a:blip r:embed="rId2"/>
          <a:stretch>
            <a:fillRect/>
          </a:stretch>
        </p:blipFill>
        <p:spPr>
          <a:xfrm>
            <a:off x="2379917" y="914400"/>
            <a:ext cx="4384166" cy="539496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6_ExploreStory_Sequence.png"/>
          <p:cNvPicPr>
            <a:picLocks noChangeAspect="1"/>
          </p:cNvPicPr>
          <p:nvPr/>
        </p:nvPicPr>
        <p:blipFill>
          <a:blip r:embed="rId2"/>
          <a:stretch>
            <a:fillRect/>
          </a:stretch>
        </p:blipFill>
        <p:spPr>
          <a:xfrm>
            <a:off x="2892635" y="914400"/>
            <a:ext cx="3358729" cy="539496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6_ExploreStory_TestCases.png"/>
          <p:cNvPicPr>
            <a:picLocks noChangeAspect="1"/>
          </p:cNvPicPr>
          <p:nvPr/>
        </p:nvPicPr>
        <p:blipFill>
          <a:blip r:embed="rId2"/>
          <a:stretch>
            <a:fillRect/>
          </a:stretch>
        </p:blipFill>
        <p:spPr>
          <a:xfrm>
            <a:off x="548640" y="2650564"/>
            <a:ext cx="8046720" cy="1922631"/>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7_InteractNPC_Description.png"/>
          <p:cNvPicPr>
            <a:picLocks noChangeAspect="1"/>
          </p:cNvPicPr>
          <p:nvPr/>
        </p:nvPicPr>
        <p:blipFill>
          <a:blip r:embed="rId2"/>
          <a:stretch>
            <a:fillRect/>
          </a:stretch>
        </p:blipFill>
        <p:spPr>
          <a:xfrm>
            <a:off x="990600" y="1011555"/>
            <a:ext cx="7162800" cy="520065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7_InteractNPC_Activity.png"/>
          <p:cNvPicPr>
            <a:picLocks noChangeAspect="1"/>
          </p:cNvPicPr>
          <p:nvPr/>
        </p:nvPicPr>
        <p:blipFill>
          <a:blip r:embed="rId2"/>
          <a:stretch>
            <a:fillRect/>
          </a:stretch>
        </p:blipFill>
        <p:spPr>
          <a:xfrm>
            <a:off x="1519922" y="914400"/>
            <a:ext cx="6104156" cy="539496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7_InteractNPC_Sequence.png"/>
          <p:cNvPicPr>
            <a:picLocks noChangeAspect="1"/>
          </p:cNvPicPr>
          <p:nvPr/>
        </p:nvPicPr>
        <p:blipFill>
          <a:blip r:embed="rId2"/>
          <a:stretch>
            <a:fillRect/>
          </a:stretch>
        </p:blipFill>
        <p:spPr>
          <a:xfrm>
            <a:off x="1869267" y="914400"/>
            <a:ext cx="5405466" cy="539496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7_InteractNPC_TestCases.png"/>
          <p:cNvPicPr>
            <a:picLocks noChangeAspect="1"/>
          </p:cNvPicPr>
          <p:nvPr/>
        </p:nvPicPr>
        <p:blipFill>
          <a:blip r:embed="rId2"/>
          <a:stretch>
            <a:fillRect/>
          </a:stretch>
        </p:blipFill>
        <p:spPr>
          <a:xfrm>
            <a:off x="1762125" y="1487805"/>
            <a:ext cx="5619750" cy="424815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8_Matchmaking_Description.png"/>
          <p:cNvPicPr>
            <a:picLocks noChangeAspect="1"/>
          </p:cNvPicPr>
          <p:nvPr/>
        </p:nvPicPr>
        <p:blipFill>
          <a:blip r:embed="rId2"/>
          <a:stretch>
            <a:fillRect/>
          </a:stretch>
        </p:blipFill>
        <p:spPr>
          <a:xfrm>
            <a:off x="1563792" y="914400"/>
            <a:ext cx="6016416" cy="539496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8_Matchmaking_Activity.png"/>
          <p:cNvPicPr>
            <a:picLocks noChangeAspect="1"/>
          </p:cNvPicPr>
          <p:nvPr/>
        </p:nvPicPr>
        <p:blipFill>
          <a:blip r:embed="rId2"/>
          <a:stretch>
            <a:fillRect/>
          </a:stretch>
        </p:blipFill>
        <p:spPr>
          <a:xfrm>
            <a:off x="3058856" y="914400"/>
            <a:ext cx="3026288" cy="539496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8_Matchmaking_Sequence.png"/>
          <p:cNvPicPr>
            <a:picLocks noChangeAspect="1"/>
          </p:cNvPicPr>
          <p:nvPr/>
        </p:nvPicPr>
        <p:blipFill>
          <a:blip r:embed="rId2"/>
          <a:stretch>
            <a:fillRect/>
          </a:stretch>
        </p:blipFill>
        <p:spPr>
          <a:xfrm>
            <a:off x="1293435" y="914400"/>
            <a:ext cx="6557130" cy="539496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8_Matchmaking_TestCases.png"/>
          <p:cNvPicPr>
            <a:picLocks noChangeAspect="1"/>
          </p:cNvPicPr>
          <p:nvPr/>
        </p:nvPicPr>
        <p:blipFill>
          <a:blip r:embed="rId2"/>
          <a:stretch>
            <a:fillRect/>
          </a:stretch>
        </p:blipFill>
        <p:spPr>
          <a:xfrm>
            <a:off x="548640" y="2102325"/>
            <a:ext cx="8046720" cy="301910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9_PvPBattle_Description.png"/>
          <p:cNvPicPr>
            <a:picLocks noChangeAspect="1"/>
          </p:cNvPicPr>
          <p:nvPr/>
        </p:nvPicPr>
        <p:blipFill>
          <a:blip r:embed="rId2"/>
          <a:stretch>
            <a:fillRect/>
          </a:stretch>
        </p:blipFill>
        <p:spPr>
          <a:xfrm>
            <a:off x="1778338" y="914400"/>
            <a:ext cx="5587324" cy="539496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9_PvPBattle_Activity.png"/>
          <p:cNvPicPr>
            <a:picLocks noChangeAspect="1"/>
          </p:cNvPicPr>
          <p:nvPr/>
        </p:nvPicPr>
        <p:blipFill>
          <a:blip r:embed="rId2"/>
          <a:stretch>
            <a:fillRect/>
          </a:stretch>
        </p:blipFill>
        <p:spPr>
          <a:xfrm>
            <a:off x="3623452" y="914400"/>
            <a:ext cx="1897095" cy="539496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9_PvPBattle_Sequence.png"/>
          <p:cNvPicPr>
            <a:picLocks noChangeAspect="1"/>
          </p:cNvPicPr>
          <p:nvPr/>
        </p:nvPicPr>
        <p:blipFill>
          <a:blip r:embed="rId2"/>
          <a:stretch>
            <a:fillRect/>
          </a:stretch>
        </p:blipFill>
        <p:spPr>
          <a:xfrm>
            <a:off x="548640" y="1022680"/>
            <a:ext cx="8046720" cy="51784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9_PvPBattle_TestCases.png"/>
          <p:cNvPicPr>
            <a:picLocks noChangeAspect="1"/>
          </p:cNvPicPr>
          <p:nvPr/>
        </p:nvPicPr>
        <p:blipFill>
          <a:blip r:embed="rId2"/>
          <a:stretch>
            <a:fillRect/>
          </a:stretch>
        </p:blipFill>
        <p:spPr>
          <a:xfrm>
            <a:off x="548640" y="2565846"/>
            <a:ext cx="8046720" cy="2092067"/>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0_SaveLoad_Description.png"/>
          <p:cNvPicPr>
            <a:picLocks noChangeAspect="1"/>
          </p:cNvPicPr>
          <p:nvPr/>
        </p:nvPicPr>
        <p:blipFill>
          <a:blip r:embed="rId2"/>
          <a:stretch>
            <a:fillRect/>
          </a:stretch>
        </p:blipFill>
        <p:spPr>
          <a:xfrm>
            <a:off x="1447800" y="925830"/>
            <a:ext cx="6248400" cy="53721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0_SaveLoad_Activity.png"/>
          <p:cNvPicPr>
            <a:picLocks noChangeAspect="1"/>
          </p:cNvPicPr>
          <p:nvPr/>
        </p:nvPicPr>
        <p:blipFill>
          <a:blip r:embed="rId2"/>
          <a:stretch>
            <a:fillRect/>
          </a:stretch>
        </p:blipFill>
        <p:spPr>
          <a:xfrm>
            <a:off x="1143471" y="914400"/>
            <a:ext cx="6857058" cy="539496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0_SaveLoad_Sequence.png"/>
          <p:cNvPicPr>
            <a:picLocks noChangeAspect="1"/>
          </p:cNvPicPr>
          <p:nvPr/>
        </p:nvPicPr>
        <p:blipFill>
          <a:blip r:embed="rId2"/>
          <a:stretch>
            <a:fillRect/>
          </a:stretch>
        </p:blipFill>
        <p:spPr>
          <a:xfrm>
            <a:off x="1793439" y="914400"/>
            <a:ext cx="5557121" cy="539496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0_SaveLoad_TestCases.png"/>
          <p:cNvPicPr>
            <a:picLocks noChangeAspect="1"/>
          </p:cNvPicPr>
          <p:nvPr/>
        </p:nvPicPr>
        <p:blipFill>
          <a:blip r:embed="rId2"/>
          <a:stretch>
            <a:fillRect/>
          </a:stretch>
        </p:blipFill>
        <p:spPr>
          <a:xfrm>
            <a:off x="548640" y="2261532"/>
            <a:ext cx="8046720" cy="270069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1_MatchHistory_Description.png"/>
          <p:cNvPicPr>
            <a:picLocks noChangeAspect="1"/>
          </p:cNvPicPr>
          <p:nvPr/>
        </p:nvPicPr>
        <p:blipFill>
          <a:blip r:embed="rId2"/>
          <a:stretch>
            <a:fillRect/>
          </a:stretch>
        </p:blipFill>
        <p:spPr>
          <a:xfrm>
            <a:off x="1433512" y="1259205"/>
            <a:ext cx="6276975" cy="470535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1_MatchHistory_Activity.png"/>
          <p:cNvPicPr>
            <a:picLocks noChangeAspect="1"/>
          </p:cNvPicPr>
          <p:nvPr/>
        </p:nvPicPr>
        <p:blipFill>
          <a:blip r:embed="rId2"/>
          <a:stretch>
            <a:fillRect/>
          </a:stretch>
        </p:blipFill>
        <p:spPr>
          <a:xfrm>
            <a:off x="1847850" y="1187767"/>
            <a:ext cx="5448300" cy="484822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1_MatchHistory_Sequence.png"/>
          <p:cNvPicPr>
            <a:picLocks noChangeAspect="1"/>
          </p:cNvPicPr>
          <p:nvPr/>
        </p:nvPicPr>
        <p:blipFill>
          <a:blip r:embed="rId2"/>
          <a:stretch>
            <a:fillRect/>
          </a:stretch>
        </p:blipFill>
        <p:spPr>
          <a:xfrm>
            <a:off x="1552575" y="1206817"/>
            <a:ext cx="6038850" cy="481012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1_MatchHistory_TestCases.png"/>
          <p:cNvPicPr>
            <a:picLocks noChangeAspect="1"/>
          </p:cNvPicPr>
          <p:nvPr/>
        </p:nvPicPr>
        <p:blipFill>
          <a:blip r:embed="rId2"/>
          <a:stretch>
            <a:fillRect/>
          </a:stretch>
        </p:blipFill>
        <p:spPr>
          <a:xfrm>
            <a:off x="548640" y="1864288"/>
            <a:ext cx="8046720" cy="3495183"/>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2_LevelUp_Description.png"/>
          <p:cNvPicPr>
            <a:picLocks noChangeAspect="1"/>
          </p:cNvPicPr>
          <p:nvPr/>
        </p:nvPicPr>
        <p:blipFill>
          <a:blip r:embed="rId2"/>
          <a:stretch>
            <a:fillRect/>
          </a:stretch>
        </p:blipFill>
        <p:spPr>
          <a:xfrm>
            <a:off x="1181011" y="914400"/>
            <a:ext cx="6781978" cy="539496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2_LevelUp_Activity.png"/>
          <p:cNvPicPr>
            <a:picLocks noChangeAspect="1"/>
          </p:cNvPicPr>
          <p:nvPr/>
        </p:nvPicPr>
        <p:blipFill>
          <a:blip r:embed="rId2"/>
          <a:stretch>
            <a:fillRect/>
          </a:stretch>
        </p:blipFill>
        <p:spPr>
          <a:xfrm>
            <a:off x="2497015" y="914400"/>
            <a:ext cx="4149969" cy="539496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2_LevelUp_Sequence.png"/>
          <p:cNvPicPr>
            <a:picLocks noChangeAspect="1"/>
          </p:cNvPicPr>
          <p:nvPr/>
        </p:nvPicPr>
        <p:blipFill>
          <a:blip r:embed="rId2"/>
          <a:stretch>
            <a:fillRect/>
          </a:stretch>
        </p:blipFill>
        <p:spPr>
          <a:xfrm>
            <a:off x="1065950" y="914400"/>
            <a:ext cx="7012100" cy="539496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2_LevelUp_TestCases.png"/>
          <p:cNvPicPr>
            <a:picLocks noChangeAspect="1"/>
          </p:cNvPicPr>
          <p:nvPr/>
        </p:nvPicPr>
        <p:blipFill>
          <a:blip r:embed="rId2"/>
          <a:stretch>
            <a:fillRect/>
          </a:stretch>
        </p:blipFill>
        <p:spPr>
          <a:xfrm>
            <a:off x="548640" y="2166499"/>
            <a:ext cx="8046720" cy="2890761"/>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3_HealTeam_Description.png"/>
          <p:cNvPicPr>
            <a:picLocks noChangeAspect="1"/>
          </p:cNvPicPr>
          <p:nvPr/>
        </p:nvPicPr>
        <p:blipFill>
          <a:blip r:embed="rId2"/>
          <a:stretch>
            <a:fillRect/>
          </a:stretch>
        </p:blipFill>
        <p:spPr>
          <a:xfrm>
            <a:off x="1524000" y="1092517"/>
            <a:ext cx="6096000" cy="503872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3_HealTeam_Activity.png"/>
          <p:cNvPicPr>
            <a:picLocks noChangeAspect="1"/>
          </p:cNvPicPr>
          <p:nvPr/>
        </p:nvPicPr>
        <p:blipFill>
          <a:blip r:embed="rId2"/>
          <a:stretch>
            <a:fillRect/>
          </a:stretch>
        </p:blipFill>
        <p:spPr>
          <a:xfrm>
            <a:off x="2876550" y="1044892"/>
            <a:ext cx="3390900" cy="513397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3_HealTeam_Sequence.png"/>
          <p:cNvPicPr>
            <a:picLocks noChangeAspect="1"/>
          </p:cNvPicPr>
          <p:nvPr/>
        </p:nvPicPr>
        <p:blipFill>
          <a:blip r:embed="rId2"/>
          <a:stretch>
            <a:fillRect/>
          </a:stretch>
        </p:blipFill>
        <p:spPr>
          <a:xfrm>
            <a:off x="728662" y="1940242"/>
            <a:ext cx="7686675" cy="334327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3_HealTeam_TestCases.png"/>
          <p:cNvPicPr>
            <a:picLocks noChangeAspect="1"/>
          </p:cNvPicPr>
          <p:nvPr/>
        </p:nvPicPr>
        <p:blipFill>
          <a:blip r:embed="rId2"/>
          <a:stretch>
            <a:fillRect/>
          </a:stretch>
        </p:blipFill>
        <p:spPr>
          <a:xfrm>
            <a:off x="548640" y="2214466"/>
            <a:ext cx="8046720" cy="2794827"/>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4_ChallengeGym_Description.png"/>
          <p:cNvPicPr>
            <a:picLocks noChangeAspect="1"/>
          </p:cNvPicPr>
          <p:nvPr/>
        </p:nvPicPr>
        <p:blipFill>
          <a:blip r:embed="rId2"/>
          <a:stretch>
            <a:fillRect/>
          </a:stretch>
        </p:blipFill>
        <p:spPr>
          <a:xfrm>
            <a:off x="1480558" y="914400"/>
            <a:ext cx="6182883" cy="539496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4_ChallengeGym_Activity.png"/>
          <p:cNvPicPr>
            <a:picLocks noChangeAspect="1"/>
          </p:cNvPicPr>
          <p:nvPr/>
        </p:nvPicPr>
        <p:blipFill>
          <a:blip r:embed="rId2"/>
          <a:stretch>
            <a:fillRect/>
          </a:stretch>
        </p:blipFill>
        <p:spPr>
          <a:xfrm>
            <a:off x="2504723" y="914400"/>
            <a:ext cx="4134553" cy="539496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4_ChallengeGym_Sequence.png"/>
          <p:cNvPicPr>
            <a:picLocks noChangeAspect="1"/>
          </p:cNvPicPr>
          <p:nvPr/>
        </p:nvPicPr>
        <p:blipFill>
          <a:blip r:embed="rId2"/>
          <a:stretch>
            <a:fillRect/>
          </a:stretch>
        </p:blipFill>
        <p:spPr>
          <a:xfrm>
            <a:off x="1146490" y="914400"/>
            <a:ext cx="6851019" cy="539496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4_ChallengeGym_TestCases.png"/>
          <p:cNvPicPr>
            <a:picLocks noChangeAspect="1"/>
          </p:cNvPicPr>
          <p:nvPr/>
        </p:nvPicPr>
        <p:blipFill>
          <a:blip r:embed="rId2"/>
          <a:stretch>
            <a:fillRect/>
          </a:stretch>
        </p:blipFill>
        <p:spPr>
          <a:xfrm>
            <a:off x="548640" y="1952943"/>
            <a:ext cx="8046719" cy="3317874"/>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5_ChallengeLeague_Description.png"/>
          <p:cNvPicPr>
            <a:picLocks noChangeAspect="1"/>
          </p:cNvPicPr>
          <p:nvPr/>
        </p:nvPicPr>
        <p:blipFill>
          <a:blip r:embed="rId2"/>
          <a:stretch>
            <a:fillRect/>
          </a:stretch>
        </p:blipFill>
        <p:spPr>
          <a:xfrm>
            <a:off x="1691568" y="914400"/>
            <a:ext cx="5760864" cy="539496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5_ChallengePokemonLeague_Activity.png"/>
          <p:cNvPicPr>
            <a:picLocks noChangeAspect="1"/>
          </p:cNvPicPr>
          <p:nvPr/>
        </p:nvPicPr>
        <p:blipFill>
          <a:blip r:embed="rId2"/>
          <a:stretch>
            <a:fillRect/>
          </a:stretch>
        </p:blipFill>
        <p:spPr>
          <a:xfrm>
            <a:off x="3024572" y="914400"/>
            <a:ext cx="3094855" cy="539496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5_ChallengePokemonLeague_Sequence.png"/>
          <p:cNvPicPr>
            <a:picLocks noChangeAspect="1"/>
          </p:cNvPicPr>
          <p:nvPr/>
        </p:nvPicPr>
        <p:blipFill>
          <a:blip r:embed="rId2"/>
          <a:stretch>
            <a:fillRect/>
          </a:stretch>
        </p:blipFill>
        <p:spPr>
          <a:xfrm>
            <a:off x="1477753" y="914400"/>
            <a:ext cx="6188493" cy="539496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5_ChallengeLeague_TestCases.png"/>
          <p:cNvPicPr>
            <a:picLocks noChangeAspect="1"/>
          </p:cNvPicPr>
          <p:nvPr/>
        </p:nvPicPr>
        <p:blipFill>
          <a:blip r:embed="rId2"/>
          <a:stretch>
            <a:fillRect/>
          </a:stretch>
        </p:blipFill>
        <p:spPr>
          <a:xfrm>
            <a:off x="548640" y="2048299"/>
            <a:ext cx="8046720" cy="3127161"/>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6_ChallengeTrainer_Description.png"/>
          <p:cNvPicPr>
            <a:picLocks noChangeAspect="1"/>
          </p:cNvPicPr>
          <p:nvPr/>
        </p:nvPicPr>
        <p:blipFill>
          <a:blip r:embed="rId2"/>
          <a:stretch>
            <a:fillRect/>
          </a:stretch>
        </p:blipFill>
        <p:spPr>
          <a:xfrm>
            <a:off x="1714500" y="1011555"/>
            <a:ext cx="5715000" cy="520065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6_ChallengeTrainer_Activity.png"/>
          <p:cNvPicPr>
            <a:picLocks noChangeAspect="1"/>
          </p:cNvPicPr>
          <p:nvPr/>
        </p:nvPicPr>
        <p:blipFill>
          <a:blip r:embed="rId2"/>
          <a:stretch>
            <a:fillRect/>
          </a:stretch>
        </p:blipFill>
        <p:spPr>
          <a:xfrm>
            <a:off x="2037821" y="914400"/>
            <a:ext cx="5068358" cy="539496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6_ChallengeTrainer_Sequence.png"/>
          <p:cNvPicPr>
            <a:picLocks noChangeAspect="1"/>
          </p:cNvPicPr>
          <p:nvPr/>
        </p:nvPicPr>
        <p:blipFill>
          <a:blip r:embed="rId2"/>
          <a:stretch>
            <a:fillRect/>
          </a:stretch>
        </p:blipFill>
        <p:spPr>
          <a:xfrm>
            <a:off x="548640" y="964848"/>
            <a:ext cx="8046720" cy="5294063"/>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6_ChallengeTrainer_TestCases.png"/>
          <p:cNvPicPr>
            <a:picLocks noChangeAspect="1"/>
          </p:cNvPicPr>
          <p:nvPr/>
        </p:nvPicPr>
        <p:blipFill>
          <a:blip r:embed="rId2"/>
          <a:stretch>
            <a:fillRect/>
          </a:stretch>
        </p:blipFill>
        <p:spPr>
          <a:xfrm>
            <a:off x="548640" y="1704975"/>
            <a:ext cx="8046719" cy="3813809"/>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7_SelectStarter_Description.png"/>
          <p:cNvPicPr>
            <a:picLocks noChangeAspect="1"/>
          </p:cNvPicPr>
          <p:nvPr/>
        </p:nvPicPr>
        <p:blipFill>
          <a:blip r:embed="rId2"/>
          <a:stretch>
            <a:fillRect/>
          </a:stretch>
        </p:blipFill>
        <p:spPr>
          <a:xfrm>
            <a:off x="1366837" y="1011555"/>
            <a:ext cx="6410325" cy="520065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7_SelectStarter_Activity.png"/>
          <p:cNvPicPr>
            <a:picLocks noChangeAspect="1"/>
          </p:cNvPicPr>
          <p:nvPr/>
        </p:nvPicPr>
        <p:blipFill>
          <a:blip r:embed="rId2"/>
          <a:stretch>
            <a:fillRect/>
          </a:stretch>
        </p:blipFill>
        <p:spPr>
          <a:xfrm>
            <a:off x="2566730" y="914400"/>
            <a:ext cx="4010539" cy="539496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7_SelectStarter_Sequence.png"/>
          <p:cNvPicPr>
            <a:picLocks noChangeAspect="1"/>
          </p:cNvPicPr>
          <p:nvPr/>
        </p:nvPicPr>
        <p:blipFill>
          <a:blip r:embed="rId2"/>
          <a:stretch>
            <a:fillRect/>
          </a:stretch>
        </p:blipFill>
        <p:spPr>
          <a:xfrm>
            <a:off x="548640" y="1601816"/>
            <a:ext cx="8046720" cy="4020128"/>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7_SelectStarter_TestCases.png"/>
          <p:cNvPicPr>
            <a:picLocks noChangeAspect="1"/>
          </p:cNvPicPr>
          <p:nvPr/>
        </p:nvPicPr>
        <p:blipFill>
          <a:blip r:embed="rId2"/>
          <a:stretch>
            <a:fillRect/>
          </a:stretch>
        </p:blipFill>
        <p:spPr>
          <a:xfrm>
            <a:off x="548640" y="1911617"/>
            <a:ext cx="8046719" cy="3400526"/>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8_Register_Description.png"/>
          <p:cNvPicPr>
            <a:picLocks noChangeAspect="1"/>
          </p:cNvPicPr>
          <p:nvPr/>
        </p:nvPicPr>
        <p:blipFill>
          <a:blip r:embed="rId2"/>
          <a:stretch>
            <a:fillRect/>
          </a:stretch>
        </p:blipFill>
        <p:spPr>
          <a:xfrm>
            <a:off x="2086549" y="914400"/>
            <a:ext cx="4970902" cy="539496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8_Register_Activity.png"/>
          <p:cNvPicPr>
            <a:picLocks noChangeAspect="1"/>
          </p:cNvPicPr>
          <p:nvPr/>
        </p:nvPicPr>
        <p:blipFill>
          <a:blip r:embed="rId2"/>
          <a:stretch>
            <a:fillRect/>
          </a:stretch>
        </p:blipFill>
        <p:spPr>
          <a:xfrm>
            <a:off x="2369976" y="914400"/>
            <a:ext cx="4404048" cy="539496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8_Register_Sequence.png"/>
          <p:cNvPicPr>
            <a:picLocks noChangeAspect="1"/>
          </p:cNvPicPr>
          <p:nvPr/>
        </p:nvPicPr>
        <p:blipFill>
          <a:blip r:embed="rId2"/>
          <a:stretch>
            <a:fillRect/>
          </a:stretch>
        </p:blipFill>
        <p:spPr>
          <a:xfrm>
            <a:off x="551933" y="914400"/>
            <a:ext cx="8040134" cy="5394960"/>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C18_Register_TestCases.png"/>
          <p:cNvPicPr>
            <a:picLocks noChangeAspect="1"/>
          </p:cNvPicPr>
          <p:nvPr/>
        </p:nvPicPr>
        <p:blipFill>
          <a:blip r:embed="rId2"/>
          <a:stretch>
            <a:fillRect/>
          </a:stretch>
        </p:blipFill>
        <p:spPr>
          <a:xfrm>
            <a:off x="548640" y="1254871"/>
            <a:ext cx="8046719" cy="4714018"/>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okemonDB_TableDesign.png"/>
          <p:cNvPicPr>
            <a:picLocks noChangeAspect="1"/>
          </p:cNvPicPr>
          <p:nvPr/>
        </p:nvPicPr>
        <p:blipFill>
          <a:blip r:embed="rId2"/>
          <a:stretch>
            <a:fillRect/>
          </a:stretch>
        </p:blipFill>
        <p:spPr>
          <a:xfrm>
            <a:off x="2965475" y="914400"/>
            <a:ext cx="3213049" cy="5394960"/>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okemon_ERD.png"/>
          <p:cNvPicPr>
            <a:picLocks noChangeAspect="1"/>
          </p:cNvPicPr>
          <p:nvPr/>
        </p:nvPicPr>
        <p:blipFill>
          <a:blip r:embed="rId2"/>
          <a:stretch>
            <a:fillRect/>
          </a:stretch>
        </p:blipFill>
        <p:spPr>
          <a:xfrm>
            <a:off x="1397274" y="914400"/>
            <a:ext cx="6349452" cy="5394960"/>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pplicationLayerServices.png"/>
          <p:cNvPicPr>
            <a:picLocks noChangeAspect="1"/>
          </p:cNvPicPr>
          <p:nvPr/>
        </p:nvPicPr>
        <p:blipFill>
          <a:blip r:embed="rId2"/>
          <a:stretch>
            <a:fillRect/>
          </a:stretch>
        </p:blipFill>
        <p:spPr>
          <a:xfrm>
            <a:off x="548640" y="2789724"/>
            <a:ext cx="8046720" cy="1644312"/>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attleServices.png"/>
          <p:cNvPicPr>
            <a:picLocks noChangeAspect="1"/>
          </p:cNvPicPr>
          <p:nvPr/>
        </p:nvPicPr>
        <p:blipFill>
          <a:blip r:embed="rId2"/>
          <a:stretch>
            <a:fillRect/>
          </a:stretch>
        </p:blipFill>
        <p:spPr>
          <a:xfrm>
            <a:off x="548640" y="2474695"/>
            <a:ext cx="8046720" cy="2274369"/>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atchAndAuthServices.png"/>
          <p:cNvPicPr>
            <a:picLocks noChangeAspect="1"/>
          </p:cNvPicPr>
          <p:nvPr/>
        </p:nvPicPr>
        <p:blipFill>
          <a:blip r:embed="rId2"/>
          <a:stretch>
            <a:fillRect/>
          </a:stretch>
        </p:blipFill>
        <p:spPr>
          <a:xfrm>
            <a:off x="548640" y="2572734"/>
            <a:ext cx="8046719" cy="2078292"/>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mainLayerEntities.png"/>
          <p:cNvPicPr>
            <a:picLocks noChangeAspect="1"/>
          </p:cNvPicPr>
          <p:nvPr/>
        </p:nvPicPr>
        <p:blipFill>
          <a:blip r:embed="rId2"/>
          <a:stretch>
            <a:fillRect/>
          </a:stretch>
        </p:blipFill>
        <p:spPr>
          <a:xfrm>
            <a:off x="1983704" y="914400"/>
            <a:ext cx="5176592" cy="5394960"/>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ExpAndHealingServices.png"/>
          <p:cNvPicPr>
            <a:picLocks noChangeAspect="1"/>
          </p:cNvPicPr>
          <p:nvPr/>
        </p:nvPicPr>
        <p:blipFill>
          <a:blip r:embed="rId2"/>
          <a:stretch>
            <a:fillRect/>
          </a:stretch>
        </p:blipFill>
        <p:spPr>
          <a:xfrm>
            <a:off x="548640" y="2500720"/>
            <a:ext cx="8046720" cy="2222319"/>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leAndWorldGenServices.png"/>
          <p:cNvPicPr>
            <a:picLocks noChangeAspect="1"/>
          </p:cNvPicPr>
          <p:nvPr/>
        </p:nvPicPr>
        <p:blipFill>
          <a:blip r:embed="rId2"/>
          <a:stretch>
            <a:fillRect/>
          </a:stretch>
        </p:blipFill>
        <p:spPr>
          <a:xfrm>
            <a:off x="548640" y="2298130"/>
            <a:ext cx="8046719" cy="2627500"/>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nfrastructureLayerRepositories.png"/>
          <p:cNvPicPr>
            <a:picLocks noChangeAspect="1"/>
          </p:cNvPicPr>
          <p:nvPr/>
        </p:nvPicPr>
        <p:blipFill>
          <a:blip r:embed="rId2"/>
          <a:stretch>
            <a:fillRect/>
          </a:stretch>
        </p:blipFill>
        <p:spPr>
          <a:xfrm>
            <a:off x="548640" y="3112729"/>
            <a:ext cx="8046720" cy="998302"/>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ayerInteractionDiagram.png"/>
          <p:cNvPicPr>
            <a:picLocks noChangeAspect="1"/>
          </p:cNvPicPr>
          <p:nvPr/>
        </p:nvPicPr>
        <p:blipFill>
          <a:blip r:embed="rId2"/>
          <a:stretch>
            <a:fillRect/>
          </a:stretch>
        </p:blipFill>
        <p:spPr>
          <a:xfrm>
            <a:off x="548640" y="2012672"/>
            <a:ext cx="8046720" cy="3198416"/>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AndMatchmakingServices.png"/>
          <p:cNvPicPr>
            <a:picLocks noChangeAspect="1"/>
          </p:cNvPicPr>
          <p:nvPr/>
        </p:nvPicPr>
        <p:blipFill>
          <a:blip r:embed="rId2"/>
          <a:stretch>
            <a:fillRect/>
          </a:stretch>
        </p:blipFill>
        <p:spPr>
          <a:xfrm>
            <a:off x="689490" y="914400"/>
            <a:ext cx="7765019" cy="5394960"/>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okemonGameArchitecture.png"/>
          <p:cNvPicPr>
            <a:picLocks noChangeAspect="1"/>
          </p:cNvPicPr>
          <p:nvPr/>
        </p:nvPicPr>
        <p:blipFill>
          <a:blip r:embed="rId2"/>
          <a:stretch>
            <a:fillRect/>
          </a:stretch>
        </p:blipFill>
        <p:spPr>
          <a:xfrm>
            <a:off x="548640" y="2585513"/>
            <a:ext cx="8046720" cy="2052734"/>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resentationLayerScreens.png"/>
          <p:cNvPicPr>
            <a:picLocks noChangeAspect="1"/>
          </p:cNvPicPr>
          <p:nvPr/>
        </p:nvPicPr>
        <p:blipFill>
          <a:blip r:embed="rId2"/>
          <a:stretch>
            <a:fillRect/>
          </a:stretch>
        </p:blipFill>
        <p:spPr>
          <a:xfrm>
            <a:off x="548640" y="2387293"/>
            <a:ext cx="8046720" cy="2449173"/>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toryServices.png"/>
          <p:cNvPicPr>
            <a:picLocks noChangeAspect="1"/>
          </p:cNvPicPr>
          <p:nvPr/>
        </p:nvPicPr>
        <p:blipFill>
          <a:blip r:embed="rId2"/>
          <a:stretch>
            <a:fillRect/>
          </a:stretch>
        </p:blipFill>
        <p:spPr>
          <a:xfrm>
            <a:off x="548640" y="1365153"/>
            <a:ext cx="8046720" cy="449345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42</TotalTime>
  <Words>427</Words>
  <Application>Microsoft Office PowerPoint</Application>
  <PresentationFormat>On-screen Show (4:3)</PresentationFormat>
  <Paragraphs>41</Paragraphs>
  <Slides>91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91</vt:i4>
      </vt:variant>
    </vt:vector>
  </HeadingPairs>
  <TitlesOfParts>
    <vt:vector size="94" baseType="lpstr">
      <vt:lpstr>Arial</vt:lpstr>
      <vt:lpstr>Calibri</vt:lpstr>
      <vt:lpstr>Office Theme</vt:lpstr>
      <vt:lpstr>Project Report</vt:lpstr>
      <vt:lpstr>No general requirement image found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Nhã Bùi Đăng</cp:lastModifiedBy>
  <cp:revision>5</cp:revision>
  <dcterms:created xsi:type="dcterms:W3CDTF">2013-01-27T09:14:16Z</dcterms:created>
  <dcterms:modified xsi:type="dcterms:W3CDTF">2026-04-09T12:03:24Z</dcterms:modified>
  <cp:category/>
</cp:coreProperties>
</file>