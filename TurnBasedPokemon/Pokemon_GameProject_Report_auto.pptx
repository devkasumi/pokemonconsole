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 general requirement image found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439" y="914400"/>
            <a:ext cx="7325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_Login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050" y="1011555"/>
            <a:ext cx="6057900" cy="52006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_Login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97" y="914400"/>
            <a:ext cx="694020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_Login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6724"/>
            <a:ext cx="8046720" cy="48503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_Login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70638"/>
            <a:ext cx="8046720" cy="488248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2_BattleWil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875" y="914400"/>
            <a:ext cx="633825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2_BattleWil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008" y="914400"/>
            <a:ext cx="3987984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2_BattleWil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65" y="914400"/>
            <a:ext cx="462726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2_BattleWil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0057"/>
            <a:ext cx="8046720" cy="33236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3_Catch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890" y="914400"/>
            <a:ext cx="598822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3_CatchPokemon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093" y="914400"/>
            <a:ext cx="6117814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3_CatchPokemon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43" y="914400"/>
            <a:ext cx="8016314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3_Catch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973" y="914400"/>
            <a:ext cx="652005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4_UseItems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012" y="925830"/>
            <a:ext cx="5895975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4_UseItems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93615"/>
            <a:ext cx="8046720" cy="403652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4_UseItems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891" y="914400"/>
            <a:ext cx="769621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4_UseItems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45717"/>
            <a:ext cx="8046720" cy="313232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5_ManageTeam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712" y="1092517"/>
            <a:ext cx="6124575" cy="50387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5_ManageTeam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700" y="1340167"/>
            <a:ext cx="5562600" cy="45434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5_ManageTeam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637" y="1125855"/>
            <a:ext cx="6562725" cy="497205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5_ManageTeam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55105"/>
            <a:ext cx="8046720" cy="351355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6_ExploreStory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223" y="914400"/>
            <a:ext cx="6205554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6_ExploreStory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9917" y="914400"/>
            <a:ext cx="438416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6_ExploreStory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2635" y="914400"/>
            <a:ext cx="335872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6_ExploreStory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0564"/>
            <a:ext cx="8046720" cy="192263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7_InteractNPC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011555"/>
            <a:ext cx="7162800" cy="52006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7_InteractNPC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922" y="914400"/>
            <a:ext cx="610415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7_InteractNPC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267" y="914400"/>
            <a:ext cx="540546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7_InteractNPC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125" y="1487805"/>
            <a:ext cx="5619750" cy="424815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8_Matchmaking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792" y="914400"/>
            <a:ext cx="601641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8_Matchmaking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8856" y="914400"/>
            <a:ext cx="302628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8_Matchmaking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435" y="914400"/>
            <a:ext cx="655713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8_Matchmaking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2325"/>
            <a:ext cx="8046720" cy="3019109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9_PvPBattle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38" y="914400"/>
            <a:ext cx="5587324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9_PvPBattle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452" y="914400"/>
            <a:ext cx="189709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9_PvPBattl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22680"/>
            <a:ext cx="8046720" cy="51784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9_PvPBattle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5846"/>
            <a:ext cx="8046720" cy="209206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925830"/>
            <a:ext cx="62484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471" y="914400"/>
            <a:ext cx="68570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439" y="914400"/>
            <a:ext cx="55571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0_SaveLoad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61532"/>
            <a:ext cx="8046720" cy="270069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1_MatchHistory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512" y="1259205"/>
            <a:ext cx="6276975" cy="470535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1_MatchHistory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850" y="1187767"/>
            <a:ext cx="5448300" cy="484822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1_MatchHistory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575" y="1206817"/>
            <a:ext cx="6038850" cy="481012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1_MatchHistory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64288"/>
            <a:ext cx="8046720" cy="3495183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2_LevelUp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011" y="914400"/>
            <a:ext cx="678197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2_LevelUp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7015" y="914400"/>
            <a:ext cx="414996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2_LevelUp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950" y="914400"/>
            <a:ext cx="70121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2_LevelUp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66499"/>
            <a:ext cx="8046720" cy="2890761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3_HealTeam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092517"/>
            <a:ext cx="6096000" cy="503872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3_HealTeam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6550" y="1044892"/>
            <a:ext cx="3390900" cy="513397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3_HealTeam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662" y="1940242"/>
            <a:ext cx="7686675" cy="334327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3_HealTeam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14466"/>
            <a:ext cx="8046720" cy="2794827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4_ChallengeGym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558" y="914400"/>
            <a:ext cx="618288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4_ChallengeGym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4723" y="914400"/>
            <a:ext cx="413455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4_ChallengeGym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490" y="914400"/>
            <a:ext cx="685101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4_ChallengeGym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2943"/>
            <a:ext cx="8046719" cy="3317874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5_ChallengeLeague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568" y="914400"/>
            <a:ext cx="5760864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5_ChallengePokemonLeague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572" y="914400"/>
            <a:ext cx="309485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5_ChallengePokemonLeagu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753" y="914400"/>
            <a:ext cx="618849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5_ChallengeLeague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48299"/>
            <a:ext cx="8046720" cy="3127161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6_ChallengeTrainer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1011555"/>
            <a:ext cx="5715000" cy="520065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6_ChallengeTrainer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821" y="914400"/>
            <a:ext cx="506835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6_ChallengeTrainer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64848"/>
            <a:ext cx="8046720" cy="5294063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6_ChallengeTrainer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04975"/>
            <a:ext cx="8046719" cy="3813809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7_SelectStarter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837" y="1011555"/>
            <a:ext cx="6410325" cy="520065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7_SelectStarter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730" y="914400"/>
            <a:ext cx="401053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7_SelectStarter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1816"/>
            <a:ext cx="8046720" cy="4020128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7_SelectStarter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11617"/>
            <a:ext cx="8046719" cy="3400526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8_Register_Descri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549" y="914400"/>
            <a:ext cx="497090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8_Register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9976" y="914400"/>
            <a:ext cx="440404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8_Register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33" y="914400"/>
            <a:ext cx="8040134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C18_Register_Test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54871"/>
            <a:ext cx="8046719" cy="4714018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kemonDB_Table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5475" y="914400"/>
            <a:ext cx="321304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kemon_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274" y="914400"/>
            <a:ext cx="634945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pplicationLayer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89724"/>
            <a:ext cx="8046720" cy="1644312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ttle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74695"/>
            <a:ext cx="8046720" cy="2274369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tchAndAuth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72734"/>
            <a:ext cx="8046719" cy="207829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mainLayerEnt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704" y="914400"/>
            <a:ext cx="517659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pAndHealing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00720"/>
            <a:ext cx="8046720" cy="2222319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leAndWorldGen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98130"/>
            <a:ext cx="8046719" cy="26275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frastructureLayerReposi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12729"/>
            <a:ext cx="8046720" cy="998302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yerInteraction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2672"/>
            <a:ext cx="8046720" cy="3198416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tworkAndMatchmaking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90" y="914400"/>
            <a:ext cx="776501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kemonGame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5513"/>
            <a:ext cx="8046720" cy="2052734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Layer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7293"/>
            <a:ext cx="8046720" cy="2449173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ory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65153"/>
            <a:ext cx="8046720" cy="44934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